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slideLayouts/slideLayout12.xml" ContentType="application/vnd.openxmlformats-officedocument.presentationml.slideLayout+xml"/>
  <Override PartName="/ppt/theme/theme12.xml" ContentType="application/vnd.openxmlformats-officedocument.theme+xml"/>
  <Override PartName="/ppt/slideLayouts/slideLayout13.xml" ContentType="application/vnd.openxmlformats-officedocument.presentationml.slideLayout+xml"/>
  <Override PartName="/ppt/theme/theme13.xml" ContentType="application/vnd.openxmlformats-officedocument.theme+xml"/>
  <Override PartName="/ppt/slideLayouts/slideLayout14.xml" ContentType="application/vnd.openxmlformats-officedocument.presentationml.slideLayout+xml"/>
  <Override PartName="/ppt/theme/theme14.xml" ContentType="application/vnd.openxmlformats-officedocument.theme+xml"/>
  <Override PartName="/ppt/slideLayouts/slideLayout15.xml" ContentType="application/vnd.openxmlformats-officedocument.presentationml.slideLayout+xml"/>
  <Override PartName="/ppt/theme/theme15.xml" ContentType="application/vnd.openxmlformats-officedocument.theme+xml"/>
  <Override PartName="/ppt/slideLayouts/slideLayout16.xml" ContentType="application/vnd.openxmlformats-officedocument.presentationml.slideLayout+xml"/>
  <Override PartName="/ppt/theme/theme16.xml" ContentType="application/vnd.openxmlformats-officedocument.theme+xml"/>
  <Override PartName="/ppt/slideLayouts/slideLayout17.xml" ContentType="application/vnd.openxmlformats-officedocument.presentationml.slideLayout+xml"/>
  <Override PartName="/ppt/theme/theme17.xml" ContentType="application/vnd.openxmlformats-officedocument.theme+xml"/>
  <Override PartName="/ppt/slideLayouts/slideLayout18.xml" ContentType="application/vnd.openxmlformats-officedocument.presentationml.slideLayout+xml"/>
  <Override PartName="/ppt/theme/theme18.xml" ContentType="application/vnd.openxmlformats-officedocument.theme+xml"/>
  <Override PartName="/ppt/slideLayouts/slideLayout19.xml" ContentType="application/vnd.openxmlformats-officedocument.presentationml.slideLayout+xml"/>
  <Override PartName="/ppt/theme/theme19.xml" ContentType="application/vnd.openxmlformats-officedocument.theme+xml"/>
  <Override PartName="/ppt/slideLayouts/slideLayout20.xml" ContentType="application/vnd.openxmlformats-officedocument.presentationml.slideLayout+xml"/>
  <Override PartName="/ppt/theme/theme20.xml" ContentType="application/vnd.openxmlformats-officedocument.theme+xml"/>
  <Override PartName="/ppt/slideLayouts/slideLayout21.xml" ContentType="application/vnd.openxmlformats-officedocument.presentationml.slideLayout+xml"/>
  <Override PartName="/ppt/theme/theme21.xml" ContentType="application/vnd.openxmlformats-officedocument.theme+xml"/>
  <Override PartName="/ppt/slideLayouts/slideLayout22.xml" ContentType="application/vnd.openxmlformats-officedocument.presentationml.slideLayout+xml"/>
  <Override PartName="/ppt/theme/theme22.xml" ContentType="application/vnd.openxmlformats-officedocument.theme+xml"/>
  <Override PartName="/ppt/slideLayouts/slideLayout23.xml" ContentType="application/vnd.openxmlformats-officedocument.presentationml.slideLayout+xml"/>
  <Override PartName="/ppt/theme/theme23.xml" ContentType="application/vnd.openxmlformats-officedocument.theme+xml"/>
  <Override PartName="/ppt/slideLayouts/slideLayout24.xml" ContentType="application/vnd.openxmlformats-officedocument.presentationml.slideLayout+xml"/>
  <Override PartName="/ppt/theme/theme2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 id="2147483670" r:id="rId12"/>
    <p:sldMasterId id="2147483672" r:id="rId13"/>
    <p:sldMasterId id="2147483674" r:id="rId14"/>
    <p:sldMasterId id="2147483676" r:id="rId15"/>
    <p:sldMasterId id="2147483678" r:id="rId16"/>
    <p:sldMasterId id="2147483680" r:id="rId17"/>
    <p:sldMasterId id="2147483682" r:id="rId18"/>
    <p:sldMasterId id="2147483684" r:id="rId19"/>
    <p:sldMasterId id="2147483686" r:id="rId20"/>
    <p:sldMasterId id="2147483688" r:id="rId21"/>
    <p:sldMasterId id="2147483690" r:id="rId22"/>
    <p:sldMasterId id="2147483692" r:id="rId23"/>
    <p:sldMasterId id="2147483694" r:id="rId24"/>
  </p:sldMasterIdLst>
  <p:sldIdLst>
    <p:sldId id="256" r:id="rId25"/>
    <p:sldId id="257" r:id="rId26"/>
    <p:sldId id="258" r:id="rId27"/>
    <p:sldId id="269" r:id="rId28"/>
    <p:sldId id="273" r:id="rId29"/>
    <p:sldId id="272" r:id="rId30"/>
    <p:sldId id="274" r:id="rId31"/>
    <p:sldId id="271" r:id="rId32"/>
    <p:sldId id="268" r:id="rId33"/>
    <p:sldId id="259" r:id="rId34"/>
    <p:sldId id="260" r:id="rId35"/>
    <p:sldId id="261" r:id="rId36"/>
    <p:sldId id="275" r:id="rId37"/>
    <p:sldId id="276" r:id="rId38"/>
    <p:sldId id="262" r:id="rId39"/>
    <p:sldId id="263" r:id="rId40"/>
    <p:sldId id="264" r:id="rId41"/>
    <p:sldId id="265" r:id="rId42"/>
    <p:sldId id="277" r:id="rId43"/>
    <p:sldId id="266" r:id="rId44"/>
    <p:sldId id="267" r:id="rId45"/>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2" d="100"/>
          <a:sy n="92" d="100"/>
        </p:scale>
        <p:origin x="891" y="4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 Target="slides/slide2.xml"/><Relationship Id="rId39" Type="http://schemas.openxmlformats.org/officeDocument/2006/relationships/slide" Target="slides/slide15.xml"/><Relationship Id="rId21" Type="http://schemas.openxmlformats.org/officeDocument/2006/relationships/slideMaster" Target="slideMasters/slideMaster21.xml"/><Relationship Id="rId34" Type="http://schemas.openxmlformats.org/officeDocument/2006/relationships/slide" Target="slides/slide10.xml"/><Relationship Id="rId42" Type="http://schemas.openxmlformats.org/officeDocument/2006/relationships/slide" Target="slides/slide18.xml"/><Relationship Id="rId47" Type="http://schemas.openxmlformats.org/officeDocument/2006/relationships/viewProps" Target="view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9" Type="http://schemas.openxmlformats.org/officeDocument/2006/relationships/slide" Target="slides/slide5.xml"/><Relationship Id="rId11" Type="http://schemas.openxmlformats.org/officeDocument/2006/relationships/slideMaster" Target="slideMasters/slideMaster11.xml"/><Relationship Id="rId24" Type="http://schemas.openxmlformats.org/officeDocument/2006/relationships/slideMaster" Target="slideMasters/slideMaster24.xml"/><Relationship Id="rId32" Type="http://schemas.openxmlformats.org/officeDocument/2006/relationships/slide" Target="slides/slide8.xml"/><Relationship Id="rId37" Type="http://schemas.openxmlformats.org/officeDocument/2006/relationships/slide" Target="slides/slide13.xml"/><Relationship Id="rId40" Type="http://schemas.openxmlformats.org/officeDocument/2006/relationships/slide" Target="slides/slide16.xml"/><Relationship Id="rId45" Type="http://schemas.openxmlformats.org/officeDocument/2006/relationships/slide" Target="slides/slide21.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 Target="slides/slide4.xml"/><Relationship Id="rId36" Type="http://schemas.openxmlformats.org/officeDocument/2006/relationships/slide" Target="slides/slide12.xml"/><Relationship Id="rId49" Type="http://schemas.openxmlformats.org/officeDocument/2006/relationships/tableStyles" Target="tableStyles.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slide" Target="slides/slide7.xml"/><Relationship Id="rId44" Type="http://schemas.openxmlformats.org/officeDocument/2006/relationships/slide" Target="slides/slide20.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 Target="slides/slide3.xml"/><Relationship Id="rId30" Type="http://schemas.openxmlformats.org/officeDocument/2006/relationships/slide" Target="slides/slide6.xml"/><Relationship Id="rId35" Type="http://schemas.openxmlformats.org/officeDocument/2006/relationships/slide" Target="slides/slide11.xml"/><Relationship Id="rId43" Type="http://schemas.openxmlformats.org/officeDocument/2006/relationships/slide" Target="slides/slide19.xml"/><Relationship Id="rId48" Type="http://schemas.openxmlformats.org/officeDocument/2006/relationships/theme" Target="theme/theme1.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1.xml"/><Relationship Id="rId33" Type="http://schemas.openxmlformats.org/officeDocument/2006/relationships/slide" Target="slides/slide9.xml"/><Relationship Id="rId38" Type="http://schemas.openxmlformats.org/officeDocument/2006/relationships/slide" Target="slides/slide14.xml"/><Relationship Id="rId46" Type="http://schemas.openxmlformats.org/officeDocument/2006/relationships/presProps" Target="presProps.xml"/><Relationship Id="rId20" Type="http://schemas.openxmlformats.org/officeDocument/2006/relationships/slideMaster" Target="slideMasters/slideMaster20.xml"/><Relationship Id="rId41"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diagrams/_rels/data1.xml.rels><?xml version="1.0" encoding="UTF-8" standalone="yes"?>
<Relationships xmlns="http://schemas.openxmlformats.org/package/2006/relationships"><Relationship Id="rId2" Type="http://schemas.microsoft.com/office/2007/relationships/hdphoto" Target="../media/hdphoto1.wdp"/><Relationship Id="rId1" Type="http://schemas.openxmlformats.org/officeDocument/2006/relationships/image" Target="../media/image18.png"/></Relationships>
</file>

<file path=ppt/diagrams/_rels/drawing1.xml.rels><?xml version="1.0" encoding="UTF-8" standalone="yes"?>
<Relationships xmlns="http://schemas.openxmlformats.org/package/2006/relationships"><Relationship Id="rId2" Type="http://schemas.microsoft.com/office/2007/relationships/hdphoto" Target="../media/hdphoto1.wdp"/><Relationship Id="rId1" Type="http://schemas.openxmlformats.org/officeDocument/2006/relationships/image" Target="../media/image18.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183BAB4-2E3D-4F0E-AF5C-57D304C16B91}" type="doc">
      <dgm:prSet loTypeId="urn:microsoft.com/office/officeart/2009/3/layout/SnapshotPictureList" loCatId="picture" qsTypeId="urn:microsoft.com/office/officeart/2005/8/quickstyle/simple1" qsCatId="simple" csTypeId="urn:microsoft.com/office/officeart/2005/8/colors/accent1_2" csCatId="accent1" phldr="1"/>
      <dgm:spPr/>
    </dgm:pt>
    <dgm:pt modelId="{6E17939F-DDFB-44B7-AAC3-31B188F00BBC}">
      <dgm:prSet phldrT="[Text]"/>
      <dgm:spPr/>
      <dgm:t>
        <a:bodyPr/>
        <a:lstStyle/>
        <a:p>
          <a:endParaRPr lang="en-IN" dirty="0"/>
        </a:p>
      </dgm:t>
    </dgm:pt>
    <dgm:pt modelId="{9F0A6502-63B1-4114-853D-6498221B9A06}" type="parTrans" cxnId="{2C3FB0A6-1223-45DB-B9BA-7D64934633CC}">
      <dgm:prSet/>
      <dgm:spPr/>
      <dgm:t>
        <a:bodyPr/>
        <a:lstStyle/>
        <a:p>
          <a:endParaRPr lang="en-IN"/>
        </a:p>
      </dgm:t>
    </dgm:pt>
    <dgm:pt modelId="{9BED9359-0D71-4F2D-ADED-C43BA7B3F61A}" type="sibTrans" cxnId="{2C3FB0A6-1223-45DB-B9BA-7D64934633CC}">
      <dgm:prSet/>
      <dgm:spPr/>
      <dgm:t>
        <a:bodyPr/>
        <a:lstStyle/>
        <a:p>
          <a:endParaRPr lang="en-IN"/>
        </a:p>
      </dgm:t>
    </dgm:pt>
    <dgm:pt modelId="{C715E6AC-41EE-4F5C-A40B-7F0170107DB0}" type="pres">
      <dgm:prSet presAssocID="{F183BAB4-2E3D-4F0E-AF5C-57D304C16B91}" presName="Name0" presStyleCnt="0">
        <dgm:presLayoutVars>
          <dgm:chMax/>
          <dgm:chPref/>
          <dgm:dir/>
          <dgm:animLvl val="lvl"/>
        </dgm:presLayoutVars>
      </dgm:prSet>
      <dgm:spPr/>
    </dgm:pt>
    <dgm:pt modelId="{86E267EB-0FE9-4114-9D30-1A25B1C52E71}" type="pres">
      <dgm:prSet presAssocID="{6E17939F-DDFB-44B7-AAC3-31B188F00BBC}" presName="composite" presStyleCnt="0"/>
      <dgm:spPr/>
    </dgm:pt>
    <dgm:pt modelId="{64816920-9F80-4D96-BC4B-64084FEDFAF5}" type="pres">
      <dgm:prSet presAssocID="{6E17939F-DDFB-44B7-AAC3-31B188F00BBC}" presName="ParentAccentShape" presStyleLbl="trBgShp" presStyleIdx="0" presStyleCnt="1"/>
      <dgm:spPr/>
    </dgm:pt>
    <dgm:pt modelId="{47080186-4FDE-45D3-9B3C-5436B4BB2E31}" type="pres">
      <dgm:prSet presAssocID="{6E17939F-DDFB-44B7-AAC3-31B188F00BBC}" presName="ParentText" presStyleLbl="revTx" presStyleIdx="0" presStyleCnt="2">
        <dgm:presLayoutVars>
          <dgm:chMax val="1"/>
          <dgm:chPref val="1"/>
          <dgm:bulletEnabled val="1"/>
        </dgm:presLayoutVars>
      </dgm:prSet>
      <dgm:spPr/>
    </dgm:pt>
    <dgm:pt modelId="{41B78481-A0F8-4662-AE13-83702BFFCCCB}" type="pres">
      <dgm:prSet presAssocID="{6E17939F-DDFB-44B7-AAC3-31B188F00BBC}" presName="ChildText" presStyleLbl="revTx" presStyleIdx="1" presStyleCnt="2">
        <dgm:presLayoutVars>
          <dgm:chMax val="0"/>
          <dgm:chPref val="0"/>
        </dgm:presLayoutVars>
      </dgm:prSet>
      <dgm:spPr/>
    </dgm:pt>
    <dgm:pt modelId="{8ABC9D98-BD8F-420B-B99F-1B152A3EC671}" type="pres">
      <dgm:prSet presAssocID="{6E17939F-DDFB-44B7-AAC3-31B188F00BBC}" presName="ChildAccentShape" presStyleLbl="trBgShp" presStyleIdx="0" presStyleCnt="1"/>
      <dgm:spPr/>
    </dgm:pt>
    <dgm:pt modelId="{B5DAB2EC-540C-4984-8132-2ACE51CD8A0E}" type="pres">
      <dgm:prSet presAssocID="{6E17939F-DDFB-44B7-AAC3-31B188F00BBC}" presName="Image" presStyleLbl="alignImgPlace1" presStyleIdx="0" presStyleCnt="1"/>
      <dgm:spPr>
        <a:blipFill>
          <a:blip xmlns:r="http://schemas.openxmlformats.org/officeDocument/2006/relationships" r:embed="rId1">
            <a:extLst>
              <a:ext uri="{BEBA8EAE-BF5A-486C-A8C5-ECC9F3942E4B}">
                <a14:imgProps xmlns:a14="http://schemas.microsoft.com/office/drawing/2010/main">
                  <a14:imgLayer r:embed="rId2">
                    <a14:imgEffect>
                      <a14:artisticCement/>
                    </a14:imgEffect>
                  </a14:imgLayer>
                </a14:imgProps>
              </a:ext>
              <a:ext uri="{28A0092B-C50C-407E-A947-70E740481C1C}">
                <a14:useLocalDpi xmlns:a14="http://schemas.microsoft.com/office/drawing/2010/main" val="0"/>
              </a:ext>
            </a:extLst>
          </a:blip>
          <a:srcRect/>
          <a:stretch>
            <a:fillRect l="-12000" r="-12000"/>
          </a:stretch>
        </a:blipFill>
      </dgm:spPr>
      <dgm:extLst>
        <a:ext uri="{E40237B7-FDA0-4F09-8148-C483321AD2D9}">
          <dgm14:cNvPr xmlns:dgm14="http://schemas.microsoft.com/office/drawing/2010/diagram" id="0" name="" descr="A close-up of a logo&#10;&#10;AI-generated content may be incorrect.">
            <a:extLst>
              <a:ext uri="{FF2B5EF4-FFF2-40B4-BE49-F238E27FC236}">
                <a16:creationId xmlns:a16="http://schemas.microsoft.com/office/drawing/2014/main" id="{FFE19A77-8FC0-4314-C09A-FA375107B383}"/>
              </a:ext>
            </a:extLst>
          </dgm14:cNvPr>
        </a:ext>
      </dgm:extLst>
    </dgm:pt>
  </dgm:ptLst>
  <dgm:cxnLst>
    <dgm:cxn modelId="{D0F5812D-2BDB-4C76-B422-C6986820BE0D}" type="presOf" srcId="{6E17939F-DDFB-44B7-AAC3-31B188F00BBC}" destId="{47080186-4FDE-45D3-9B3C-5436B4BB2E31}" srcOrd="0" destOrd="0" presId="urn:microsoft.com/office/officeart/2009/3/layout/SnapshotPictureList"/>
    <dgm:cxn modelId="{527CA09F-A0C3-4A06-9BBE-CD6855076641}" type="presOf" srcId="{F183BAB4-2E3D-4F0E-AF5C-57D304C16B91}" destId="{C715E6AC-41EE-4F5C-A40B-7F0170107DB0}" srcOrd="0" destOrd="0" presId="urn:microsoft.com/office/officeart/2009/3/layout/SnapshotPictureList"/>
    <dgm:cxn modelId="{2C3FB0A6-1223-45DB-B9BA-7D64934633CC}" srcId="{F183BAB4-2E3D-4F0E-AF5C-57D304C16B91}" destId="{6E17939F-DDFB-44B7-AAC3-31B188F00BBC}" srcOrd="0" destOrd="0" parTransId="{9F0A6502-63B1-4114-853D-6498221B9A06}" sibTransId="{9BED9359-0D71-4F2D-ADED-C43BA7B3F61A}"/>
    <dgm:cxn modelId="{8A7D28BA-3ECA-45EF-BF07-E30F9ADBC811}" type="presParOf" srcId="{C715E6AC-41EE-4F5C-A40B-7F0170107DB0}" destId="{86E267EB-0FE9-4114-9D30-1A25B1C52E71}" srcOrd="0" destOrd="0" presId="urn:microsoft.com/office/officeart/2009/3/layout/SnapshotPictureList"/>
    <dgm:cxn modelId="{12209443-6D10-4035-B370-04A24F9B4487}" type="presParOf" srcId="{86E267EB-0FE9-4114-9D30-1A25B1C52E71}" destId="{64816920-9F80-4D96-BC4B-64084FEDFAF5}" srcOrd="0" destOrd="0" presId="urn:microsoft.com/office/officeart/2009/3/layout/SnapshotPictureList"/>
    <dgm:cxn modelId="{FB7D915D-A78D-44CA-A028-B0B413B380DF}" type="presParOf" srcId="{86E267EB-0FE9-4114-9D30-1A25B1C52E71}" destId="{47080186-4FDE-45D3-9B3C-5436B4BB2E31}" srcOrd="1" destOrd="0" presId="urn:microsoft.com/office/officeart/2009/3/layout/SnapshotPictureList"/>
    <dgm:cxn modelId="{A2FEE671-CE4E-4569-B1EF-F819A5308A7B}" type="presParOf" srcId="{86E267EB-0FE9-4114-9D30-1A25B1C52E71}" destId="{41B78481-A0F8-4662-AE13-83702BFFCCCB}" srcOrd="2" destOrd="0" presId="urn:microsoft.com/office/officeart/2009/3/layout/SnapshotPictureList"/>
    <dgm:cxn modelId="{D6CB4C81-7206-4940-9496-496DB1BCF20A}" type="presParOf" srcId="{86E267EB-0FE9-4114-9D30-1A25B1C52E71}" destId="{8ABC9D98-BD8F-420B-B99F-1B152A3EC671}" srcOrd="3" destOrd="0" presId="urn:microsoft.com/office/officeart/2009/3/layout/SnapshotPictureList"/>
    <dgm:cxn modelId="{26826D32-71BB-4E68-AD02-CCBA5A1787B7}" type="presParOf" srcId="{86E267EB-0FE9-4114-9D30-1A25B1C52E71}" destId="{B5DAB2EC-540C-4984-8132-2ACE51CD8A0E}" srcOrd="4" destOrd="0" presId="urn:microsoft.com/office/officeart/2009/3/layout/SnapshotPictur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816920-9F80-4D96-BC4B-64084FEDFAF5}">
      <dsp:nvSpPr>
        <dsp:cNvPr id="0" name=""/>
        <dsp:cNvSpPr/>
      </dsp:nvSpPr>
      <dsp:spPr>
        <a:xfrm>
          <a:off x="69364" y="256116"/>
          <a:ext cx="1804069" cy="1283795"/>
        </a:xfrm>
        <a:prstGeom prst="frame">
          <a:avLst>
            <a:gd name="adj1" fmla="val 5450"/>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DAB2EC-540C-4984-8132-2ACE51CD8A0E}">
      <dsp:nvSpPr>
        <dsp:cNvPr id="0" name=""/>
        <dsp:cNvSpPr/>
      </dsp:nvSpPr>
      <dsp:spPr>
        <a:xfrm>
          <a:off x="0" y="102290"/>
          <a:ext cx="1734704" cy="1214358"/>
        </a:xfrm>
        <a:prstGeom prst="rect">
          <a:avLst/>
        </a:prstGeom>
        <a:blipFill>
          <a:blip xmlns:r="http://schemas.openxmlformats.org/officeDocument/2006/relationships" r:embed="rId1">
            <a:extLst>
              <a:ext uri="{BEBA8EAE-BF5A-486C-A8C5-ECC9F3942E4B}">
                <a14:imgProps xmlns:a14="http://schemas.microsoft.com/office/drawing/2010/main">
                  <a14:imgLayer r:embed="rId2">
                    <a14:imgEffect>
                      <a14:artisticCement/>
                    </a14:imgEffect>
                  </a14:imgLayer>
                </a14:imgProps>
              </a:ext>
              <a:ext uri="{28A0092B-C50C-407E-A947-70E740481C1C}">
                <a14:useLocalDpi xmlns:a14="http://schemas.microsoft.com/office/drawing/2010/main" val="0"/>
              </a:ext>
            </a:extLst>
          </a:blip>
          <a:srcRect/>
          <a:stretch>
            <a:fillRect l="-12000" r="-12000"/>
          </a:stretch>
        </a:blipFill>
        <a:ln w="25400" cap="flat" cmpd="sng" algn="ctr">
          <a:prstDash val="solid"/>
        </a:ln>
        <a:effectLst/>
      </dsp:spPr>
      <dsp:style>
        <a:lnRef idx="2">
          <a:scrgbClr r="0" g="0" b="0"/>
        </a:lnRef>
        <a:fillRef idx="1">
          <a:scrgbClr r="0" g="0" b="0"/>
        </a:fillRef>
        <a:effectRef idx="0">
          <a:scrgbClr r="0" g="0" b="0"/>
        </a:effectRef>
        <a:fontRef idx="minor"/>
      </dsp:style>
    </dsp:sp>
    <dsp:sp modelId="{47080186-4FDE-45D3-9B3C-5436B4BB2E31}">
      <dsp:nvSpPr>
        <dsp:cNvPr id="0" name=""/>
        <dsp:cNvSpPr/>
      </dsp:nvSpPr>
      <dsp:spPr>
        <a:xfrm>
          <a:off x="139895" y="1317080"/>
          <a:ext cx="1664173" cy="1523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26670" rIns="71120" bIns="26670" numCol="1" spcCol="1270" anchor="ctr" anchorCtr="0">
          <a:noAutofit/>
        </a:bodyPr>
        <a:lstStyle/>
        <a:p>
          <a:pPr marL="0" lvl="0" indent="0" algn="l" defTabSz="311150">
            <a:lnSpc>
              <a:spcPct val="90000"/>
            </a:lnSpc>
            <a:spcBef>
              <a:spcPct val="0"/>
            </a:spcBef>
            <a:spcAft>
              <a:spcPct val="35000"/>
            </a:spcAft>
            <a:buNone/>
          </a:pPr>
          <a:endParaRPr lang="en-IN" sz="700" kern="1200" dirty="0"/>
        </a:p>
      </dsp:txBody>
      <dsp:txXfrm>
        <a:off x="139895" y="1317080"/>
        <a:ext cx="1664173" cy="152387"/>
      </dsp:txXfrm>
    </dsp:sp>
    <dsp:sp modelId="{41B78481-A0F8-4662-AE13-83702BFFCCCB}">
      <dsp:nvSpPr>
        <dsp:cNvPr id="0" name=""/>
        <dsp:cNvSpPr/>
      </dsp:nvSpPr>
      <dsp:spPr>
        <a:xfrm>
          <a:off x="1946879" y="256116"/>
          <a:ext cx="824800" cy="1283795"/>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9/3/layout/SnapshotPictureList">
  <dgm:title val=""/>
  <dgm:desc val=""/>
  <dgm:catLst>
    <dgm:cat type="picture" pri="3000"/>
    <dgm:cat type="pictureconvert" pri="3000"/>
  </dgm:catLst>
  <dgm:samp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sampData>
  <dgm:style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styleData>
  <dgm:clr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clrData>
  <dgm:layoutNode name="Name0">
    <dgm:varLst>
      <dgm:chMax/>
      <dgm:chPref/>
      <dgm:dir/>
      <dgm:animLvl val="lvl"/>
    </dgm:varLst>
    <dgm:alg type="snake">
      <dgm:param type="grDir" val="tL"/>
      <dgm:param type="flowDir" val="col"/>
    </dgm:alg>
    <dgm:shape xmlns:r="http://schemas.openxmlformats.org/officeDocument/2006/relationships" r:blip="">
      <dgm:adjLst/>
    </dgm:shape>
    <dgm:constrLst>
      <dgm:constr type="primFontSz" for="des" forName="ChildText" refType="primFontSz" refFor="des" refForName="ParentText" op="lte"/>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2.0273"/>
        </dgm:alg>
        <dgm:shape xmlns:r="http://schemas.openxmlformats.org/officeDocument/2006/relationships" r:blip="">
          <dgm:adjLst/>
        </dgm:shape>
        <dgm:choose name="Name1">
          <dgm:if name="Name2" func="var" arg="dir" op="equ" val="norm">
            <dgm:constrLst>
              <dgm:constr type="l" for="ch" forName="ParentAccentShape" refType="w" fact="0.0238"/>
              <dgm:constr type="t" for="ch" forName="ParentAccentShape" refType="h" fact="0.107"/>
              <dgm:constr type="w" for="ch" forName="ParentAccentShape" refType="w" fact="0.619"/>
              <dgm:constr type="h" for="ch" forName="ParentAccentShape" refType="h" fact="0.893"/>
              <dgm:constr type="l" for="ch" forName="ParentText" refType="w" fact="0.048"/>
              <dgm:constr type="t" for="ch" forName="ParentText" refType="h" fact="0.845"/>
              <dgm:constr type="w" for="ch" forName="ParentText" refType="w" fact="0.571"/>
              <dgm:constr type="h" for="ch" forName="ParentText" refType="h" fact="0.106"/>
              <dgm:constr type="l" for="ch" forName="ChildText" refType="w" fact="0.668"/>
              <dgm:constr type="t" for="ch" forName="ChildText" refType="h" fact="0.107"/>
              <dgm:constr type="w" for="ch" forName="ChildText" refType="w" fact="0.283"/>
              <dgm:constr type="h" for="ch" forName="ChildText" refType="h" fact="0.893"/>
              <dgm:constr type="l" for="ch" forName="ChildAccentShape" refType="w" fact="0.9762"/>
              <dgm:constr type="t" for="ch" forName="ChildAccentShape" refType="h" fact="0.107"/>
              <dgm:constr type="w" for="ch" forName="ChildAccentShape" refType="w" fact="0.0238"/>
              <dgm:constr type="h" for="ch" forName="ChildAccentShape" refType="h" fact="0.893"/>
              <dgm:constr type="l" for="ch" forName="Image" refType="w" fact="0"/>
              <dgm:constr type="t" for="ch" forName="Image" refType="h" fact="0"/>
              <dgm:constr type="w" for="ch" forName="Image" refType="w" fact="0.5952"/>
              <dgm:constr type="h" for="ch" forName="Image" refType="h" fact="0.8447"/>
            </dgm:constrLst>
          </dgm:if>
          <dgm:else name="Name3">
            <dgm:constrLst>
              <dgm:constr type="l" for="ch" forName="ParentAccentShape" refType="w" fact="0.3572"/>
              <dgm:constr type="t" for="ch" forName="ParentAccentShape" refType="h" fact="0.107"/>
              <dgm:constr type="w" for="ch" forName="ParentAccentShape" refType="w" fact="0.619"/>
              <dgm:constr type="h" for="ch" forName="ParentAccentShape" refType="h" fact="0.893"/>
              <dgm:constr type="l" for="ch" forName="ParentText" refType="w" fact="0.381"/>
              <dgm:constr type="t" for="ch" forName="ParentText" refType="h" fact="0.845"/>
              <dgm:constr type="w" for="ch" forName="ParentText" refType="w" fact="0.571"/>
              <dgm:constr type="h" for="ch" forName="ParentText" refType="h" fact="0.106"/>
              <dgm:constr type="l" for="ch" forName="ChildText" refType="w" fact="0.049"/>
              <dgm:constr type="t" for="ch" forName="ChildText" refType="h" fact="0.107"/>
              <dgm:constr type="w" for="ch" forName="ChildText" refType="w" fact="0.283"/>
              <dgm:constr type="h" for="ch" forName="ChildText" refType="h" fact="0.893"/>
              <dgm:constr type="l" for="ch" forName="ChildAccentShape" refType="w" fact="0"/>
              <dgm:constr type="t" for="ch" forName="ChildAccentShape" refType="h" fact="0.107"/>
              <dgm:constr type="w" for="ch" forName="ChildAccentShape" refType="w" fact="0.0238"/>
              <dgm:constr type="h" for="ch" forName="ChildAccentShape" refType="h" fact="0.893"/>
              <dgm:constr type="l" for="ch" forName="Image" refType="w" fact="0.4048"/>
              <dgm:constr type="t" for="ch" forName="Image" refType="h" fact="0"/>
              <dgm:constr type="w" for="ch" forName="Image" refType="w" fact="0.5952"/>
              <dgm:constr type="h" for="ch" forName="Image" refType="h" fact="0.8447"/>
            </dgm:constrLst>
          </dgm:else>
        </dgm:choose>
        <dgm:layoutNode name="ParentAccentShape" styleLbl="trBgShp">
          <dgm:alg type="sp"/>
          <dgm:shape xmlns:r="http://schemas.openxmlformats.org/officeDocument/2006/relationships" type="frame" r:blip="" zOrderOff="-10">
            <dgm:adjLst>
              <dgm:adj idx="1" val="0.0545"/>
            </dgm:adjLst>
          </dgm:shape>
          <dgm:presOf/>
        </dgm:layoutNode>
        <dgm:layoutNode name="ParentText" styleLbl="revTx">
          <dgm:varLst>
            <dgm:chMax val="1"/>
            <dgm:chPref val="1"/>
            <dgm:bulletEnabled val="1"/>
          </dgm:varLst>
          <dgm:alg type="tx">
            <dgm:param type="parTxLTRAlign" val="l"/>
          </dgm:alg>
          <dgm:shape xmlns:r="http://schemas.openxmlformats.org/officeDocument/2006/relationships" type="rect" r:blip="" zOrderOff="10">
            <dgm:adjLst/>
          </dgm:shape>
          <dgm:presOf axis="self" ptType="node"/>
          <dgm:constrLst>
            <dgm:constr type="lMarg" refType="primFontSz" fact="0.8"/>
            <dgm:constr type="rMarg" refType="primFontSz" fact="0.8"/>
            <dgm:constr type="tMarg" refType="primFontSz" fact="0.3"/>
            <dgm:constr type="bMarg" refType="primFontSz" fact="0.3"/>
          </dgm:constrLst>
          <dgm:ruleLst>
            <dgm:rule type="primFontSz" val="5" fact="NaN" max="NaN"/>
          </dgm:ruleLst>
        </dgm:layoutNode>
        <dgm:layoutNode name="ChildText" styleLbl="revTx">
          <dgm:varLst>
            <dgm:chMax val="0"/>
            <dgm:chPref val="0"/>
          </dgm:varLst>
          <dgm:alg type="tx">
            <dgm:param type="parTxLTRAlign" val="l"/>
            <dgm:param type="txAnchorVert" val="t"/>
          </dgm:alg>
          <dgm:shape xmlns:r="http://schemas.openxmlformats.org/officeDocument/2006/relationships" type="rect" r:blip="" zOrderOff="10">
            <dgm:adjLst/>
          </dgm:shape>
          <dgm:choose name="Name4">
            <dgm:if name="Name5" axis="ch" ptType="node" func="cnt" op="gte" val="1">
              <dgm:presOf axis="des" ptType="node"/>
            </dgm:if>
            <dgm:else name="Name6">
              <dgm:presOf/>
            </dgm:else>
          </dgm:choos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layoutNode name="ChildAccentShape" styleLbl="trBgShp">
          <dgm:alg type="sp"/>
          <dgm:choose name="Name7">
            <dgm:if name="Name8" axis="ch" ptType="node" func="cnt" op="gte" val="1">
              <dgm:shape xmlns:r="http://schemas.openxmlformats.org/officeDocument/2006/relationships" type="rect" r:blip="" zOrderOff="-10">
                <dgm:adjLst/>
              </dgm:shape>
            </dgm:if>
            <dgm:else name="Name9">
              <dgm:shape xmlns:r="http://schemas.openxmlformats.org/officeDocument/2006/relationships" type="rect" r:blip="" hideGeom="1">
                <dgm:adjLst/>
              </dgm:shape>
            </dgm:else>
          </dgm:choose>
          <dgm:presOf/>
        </dgm:layoutNode>
        <dgm:layoutNode name="Image" styleLbl="align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1" name="PlaceHolder 1"/>
          <p:cNvSpPr>
            <a:spLocks noGrp="1"/>
          </p:cNvSpPr>
          <p:nvPr>
            <p:ph type="title"/>
          </p:nvPr>
        </p:nvSpPr>
        <p:spPr>
          <a:xfrm>
            <a:off x="1686240" y="616320"/>
            <a:ext cx="577116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22"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indent="0" algn="ctr">
              <a:buNone/>
            </a:pPr>
            <a:endParaRPr lang="en-US" sz="3200" b="0" strike="noStrike" spc="-1">
              <a:solidFill>
                <a:srgbClr val="FFFFFF"/>
              </a:solidFill>
              <a:latin typeface="Open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1_1">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ONE_COLUMN_TEXT_1">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4">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_6">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5">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7">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TITLE_ONLY_1">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TITLE_ONLY_1_1">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3_1">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USTOM_9">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CUSTOM_9_1">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reserve="1">
  <p:cSld name="TITLE_AND_BODY">
    <p:spTree>
      <p:nvGrpSpPr>
        <p:cNvPr id="1" name=""/>
        <p:cNvGrpSpPr/>
        <p:nvPr/>
      </p:nvGrpSpPr>
      <p:grpSpPr>
        <a:xfrm>
          <a:off x="0" y="0"/>
          <a:ext cx="0" cy="0"/>
          <a:chOff x="0" y="0"/>
          <a:chExt cx="0" cy="0"/>
        </a:xfrm>
      </p:grpSpPr>
      <p:sp>
        <p:nvSpPr>
          <p:cNvPr id="181" name="PlaceHolder 1"/>
          <p:cNvSpPr>
            <a:spLocks noGrp="1"/>
          </p:cNvSpPr>
          <p:nvPr>
            <p:ph type="title"/>
          </p:nvPr>
        </p:nvSpPr>
        <p:spPr>
          <a:xfrm>
            <a:off x="1686240" y="616320"/>
            <a:ext cx="577116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182"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ITLE_AND_TWO_COLUMNS">
    <p:spTree>
      <p:nvGrpSpPr>
        <p:cNvPr id="1" name=""/>
        <p:cNvGrpSpPr/>
        <p:nvPr/>
      </p:nvGrpSpPr>
      <p:grpSpPr>
        <a:xfrm>
          <a:off x="0" y="0"/>
          <a:ext cx="0" cy="0"/>
          <a:chOff x="0" y="0"/>
          <a:chExt cx="0" cy="0"/>
        </a:xfrm>
      </p:grpSpPr>
      <p:sp>
        <p:nvSpPr>
          <p:cNvPr id="192" name="PlaceHolder 1"/>
          <p:cNvSpPr>
            <a:spLocks noGrp="1"/>
          </p:cNvSpPr>
          <p:nvPr>
            <p:ph type="title"/>
          </p:nvPr>
        </p:nvSpPr>
        <p:spPr>
          <a:xfrm>
            <a:off x="1686240" y="616320"/>
            <a:ext cx="577116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193"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
        <p:nvSpPr>
          <p:cNvPr id="194"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_ONLY">
    <p:spTree>
      <p:nvGrpSpPr>
        <p:cNvPr id="1" name=""/>
        <p:cNvGrpSpPr/>
        <p:nvPr/>
      </p:nvGrpSpPr>
      <p:grpSpPr>
        <a:xfrm>
          <a:off x="0" y="0"/>
          <a:ext cx="0" cy="0"/>
          <a:chOff x="0" y="0"/>
          <a:chExt cx="0" cy="0"/>
        </a:xfrm>
      </p:grpSpPr>
      <p:sp>
        <p:nvSpPr>
          <p:cNvPr id="210" name="PlaceHolder 1"/>
          <p:cNvSpPr>
            <a:spLocks noGrp="1"/>
          </p:cNvSpPr>
          <p:nvPr>
            <p:ph type="title"/>
          </p:nvPr>
        </p:nvSpPr>
        <p:spPr>
          <a:xfrm>
            <a:off x="1686240" y="616320"/>
            <a:ext cx="577116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ONE_COLUMN_TEXT">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MAIN_POINT">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SECTION_TITLE_AND_DESCRIPTION">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APTION_ONLY">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simple-light-2">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4.xml"/><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image" Target="../media/image1.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3.png"/></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6.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3.pn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7.xml"/><Relationship Id="rId1" Type="http://schemas.openxmlformats.org/officeDocument/2006/relationships/slideLayout" Target="../slideLayouts/slideLayout7.xml"/><Relationship Id="rId4" Type="http://schemas.openxmlformats.org/officeDocument/2006/relationships/image" Target="../media/image3.png"/></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8.xml"/><Relationship Id="rId1" Type="http://schemas.openxmlformats.org/officeDocument/2006/relationships/slideLayout" Target="../slideLayouts/slideLayout8.xml"/><Relationship Id="rId4" Type="http://schemas.openxmlformats.org/officeDocument/2006/relationships/image" Target="../media/image3.png"/></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9.xml"/><Relationship Id="rId4" Type="http://schemas.openxmlformats.org/officeDocument/2006/relationships/image" Target="../media/image2.png"/></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10.xml"/><Relationship Id="rId1" Type="http://schemas.openxmlformats.org/officeDocument/2006/relationships/slideLayout" Target="../slideLayouts/slideLayout10.xml"/><Relationship Id="rId4" Type="http://schemas.openxmlformats.org/officeDocument/2006/relationships/image" Target="../media/image3.png"/></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11.xml"/><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image" Target="../media/image1.png"/></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2.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13.xml.rels><?xml version="1.0" encoding="UTF-8" standalone="yes"?>
<Relationships xmlns="http://schemas.openxmlformats.org/package/2006/relationships"><Relationship Id="rId3" Type="http://schemas.openxmlformats.org/officeDocument/2006/relationships/hyperlink" Target="https://bit.ly/3A1uf1Q" TargetMode="External"/><Relationship Id="rId7" Type="http://schemas.openxmlformats.org/officeDocument/2006/relationships/image" Target="../media/image1.png"/><Relationship Id="rId2" Type="http://schemas.openxmlformats.org/officeDocument/2006/relationships/theme" Target="../theme/theme13.xml"/><Relationship Id="rId1" Type="http://schemas.openxmlformats.org/officeDocument/2006/relationships/slideLayout" Target="../slideLayouts/slideLayout13.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hyperlink" Target="http://bit.ly/2TtBDfr" TargetMode="External"/></Relationships>
</file>

<file path=ppt/slideMasters/_rels/slideMaster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14.xml"/><Relationship Id="rId1" Type="http://schemas.openxmlformats.org/officeDocument/2006/relationships/slideLayout" Target="../slideLayouts/slideLayout14.xml"/><Relationship Id="rId4" Type="http://schemas.openxmlformats.org/officeDocument/2006/relationships/image" Target="../media/image3.png"/></Relationships>
</file>

<file path=ppt/slideMasters/_rels/slideMaster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5.xml"/><Relationship Id="rId1" Type="http://schemas.openxmlformats.org/officeDocument/2006/relationships/slideLayout" Target="../slideLayouts/slideLayout15.xml"/><Relationship Id="rId4" Type="http://schemas.openxmlformats.org/officeDocument/2006/relationships/image" Target="../media/image3.png"/></Relationships>
</file>

<file path=ppt/slideMasters/_rels/slideMaster16.xml.rels><?xml version="1.0" encoding="UTF-8" standalone="yes"?>
<Relationships xmlns="http://schemas.openxmlformats.org/package/2006/relationships"><Relationship Id="rId2" Type="http://schemas.openxmlformats.org/officeDocument/2006/relationships/theme" Target="../theme/theme16.xml"/><Relationship Id="rId1" Type="http://schemas.openxmlformats.org/officeDocument/2006/relationships/slideLayout" Target="../slideLayouts/slideLayout16.xml"/></Relationships>
</file>

<file path=ppt/slideMasters/_rels/slideMaster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17.xml"/><Relationship Id="rId1" Type="http://schemas.openxmlformats.org/officeDocument/2006/relationships/slideLayout" Target="../slideLayouts/slideLayout17.xml"/><Relationship Id="rId4" Type="http://schemas.openxmlformats.org/officeDocument/2006/relationships/image" Target="../media/image3.png"/></Relationships>
</file>

<file path=ppt/slideMasters/_rels/slideMaster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18.xml"/><Relationship Id="rId1" Type="http://schemas.openxmlformats.org/officeDocument/2006/relationships/slideLayout" Target="../slideLayouts/slideLayout18.xml"/><Relationship Id="rId5" Type="http://schemas.openxmlformats.org/officeDocument/2006/relationships/image" Target="../media/image2.png"/><Relationship Id="rId4" Type="http://schemas.openxmlformats.org/officeDocument/2006/relationships/image" Target="../media/image1.png"/></Relationships>
</file>

<file path=ppt/slideMasters/_rels/slideMaster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19.xml"/><Relationship Id="rId1" Type="http://schemas.openxmlformats.org/officeDocument/2006/relationships/slideLayout" Target="../slideLayouts/slideLayout19.xml"/><Relationship Id="rId5" Type="http://schemas.openxmlformats.org/officeDocument/2006/relationships/image" Target="../media/image1.png"/><Relationship Id="rId4" Type="http://schemas.openxmlformats.org/officeDocument/2006/relationships/image" Target="../media/image3.png"/></Relationships>
</file>

<file path=ppt/slideMasters/_rels/slideMaster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0.xml"/><Relationship Id="rId1" Type="http://schemas.openxmlformats.org/officeDocument/2006/relationships/slideLayout" Target="../slideLayouts/slideLayout20.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1.xml"/><Relationship Id="rId1" Type="http://schemas.openxmlformats.org/officeDocument/2006/relationships/slideLayout" Target="../slideLayouts/slideLayout21.xml"/><Relationship Id="rId4" Type="http://schemas.openxmlformats.org/officeDocument/2006/relationships/image" Target="../media/image3.png"/></Relationships>
</file>

<file path=ppt/slideMasters/_rels/slideMaster22.xml.rels><?xml version="1.0" encoding="UTF-8" standalone="yes"?>
<Relationships xmlns="http://schemas.openxmlformats.org/package/2006/relationships"><Relationship Id="rId2" Type="http://schemas.openxmlformats.org/officeDocument/2006/relationships/theme" Target="../theme/theme22.xml"/><Relationship Id="rId1" Type="http://schemas.openxmlformats.org/officeDocument/2006/relationships/slideLayout" Target="../slideLayouts/slideLayout22.xml"/></Relationships>
</file>

<file path=ppt/slideMasters/_rels/slideMaster23.xml.rels><?xml version="1.0" encoding="UTF-8" standalone="yes"?>
<Relationships xmlns="http://schemas.openxmlformats.org/package/2006/relationships"><Relationship Id="rId2" Type="http://schemas.openxmlformats.org/officeDocument/2006/relationships/theme" Target="../theme/theme23.xml"/><Relationship Id="rId1" Type="http://schemas.openxmlformats.org/officeDocument/2006/relationships/slideLayout" Target="../slideLayouts/slideLayout23.xml"/></Relationships>
</file>

<file path=ppt/slideMasters/_rels/slideMaster24.xml.rels><?xml version="1.0" encoding="UTF-8" standalone="yes"?>
<Relationships xmlns="http://schemas.openxmlformats.org/package/2006/relationships"><Relationship Id="rId2" Type="http://schemas.openxmlformats.org/officeDocument/2006/relationships/theme" Target="../theme/theme24.xml"/><Relationship Id="rId1"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13160" y="1432440"/>
            <a:ext cx="6041160" cy="1609920"/>
          </a:xfrm>
          <a:prstGeom prst="rect">
            <a:avLst/>
          </a:prstGeom>
          <a:noFill/>
          <a:ln w="0">
            <a:noFill/>
          </a:ln>
        </p:spPr>
        <p:txBody>
          <a:bodyPr lIns="91440" tIns="91440" rIns="91440" bIns="91440" anchor="b">
            <a:noAutofit/>
          </a:bodyPr>
          <a:lstStyle/>
          <a:p>
            <a:pPr indent="0">
              <a:buNone/>
            </a:pPr>
            <a:r>
              <a:rPr lang="fr-FR" sz="4500" b="0" strike="noStrike" spc="-1">
                <a:solidFill>
                  <a:schemeClr val="dk1"/>
                </a:solidFill>
                <a:latin typeface="Arial"/>
              </a:rPr>
              <a:t>Click to edit the title text format</a:t>
            </a:r>
          </a:p>
        </p:txBody>
      </p:sp>
      <p:grpSp>
        <p:nvGrpSpPr>
          <p:cNvPr id="22" name="Google Shape;11;p2"/>
          <p:cNvGrpSpPr/>
          <p:nvPr/>
        </p:nvGrpSpPr>
        <p:grpSpPr>
          <a:xfrm>
            <a:off x="329760" y="256680"/>
            <a:ext cx="4611600" cy="4606560"/>
            <a:chOff x="329760" y="256680"/>
            <a:chExt cx="4611600" cy="4606560"/>
          </a:xfrm>
        </p:grpSpPr>
        <p:grpSp>
          <p:nvGrpSpPr>
            <p:cNvPr id="2" name="Google Shape;12;p2"/>
            <p:cNvGrpSpPr/>
            <p:nvPr/>
          </p:nvGrpSpPr>
          <p:grpSpPr>
            <a:xfrm>
              <a:off x="4422240" y="256680"/>
              <a:ext cx="519120" cy="68040"/>
              <a:chOff x="4422240" y="256680"/>
              <a:chExt cx="519120" cy="68040"/>
            </a:xfrm>
          </p:grpSpPr>
          <p:sp>
            <p:nvSpPr>
              <p:cNvPr id="3" name="Google Shape;13;p2"/>
              <p:cNvSpPr/>
              <p:nvPr/>
            </p:nvSpPr>
            <p:spPr>
              <a:xfrm>
                <a:off x="4422240" y="25668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 name="Google Shape;14;p2"/>
              <p:cNvSpPr/>
              <p:nvPr/>
            </p:nvSpPr>
            <p:spPr>
              <a:xfrm>
                <a:off x="4647960" y="25668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5" name="Google Shape;15;p2"/>
              <p:cNvSpPr/>
              <p:nvPr/>
            </p:nvSpPr>
            <p:spPr>
              <a:xfrm>
                <a:off x="4873320" y="25668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nvGrpSpPr>
            <p:cNvPr id="6" name="Google Shape;16;p2"/>
            <p:cNvGrpSpPr/>
            <p:nvPr/>
          </p:nvGrpSpPr>
          <p:grpSpPr>
            <a:xfrm>
              <a:off x="329760" y="4344480"/>
              <a:ext cx="68040" cy="518760"/>
              <a:chOff x="329760" y="4344480"/>
              <a:chExt cx="68040" cy="518760"/>
            </a:xfrm>
          </p:grpSpPr>
          <p:sp>
            <p:nvSpPr>
              <p:cNvPr id="7" name="Google Shape;17;p2"/>
              <p:cNvSpPr/>
              <p:nvPr/>
            </p:nvSpPr>
            <p:spPr>
              <a:xfrm rot="5400000">
                <a:off x="329760" y="434448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8" name="Google Shape;18;p2"/>
              <p:cNvSpPr/>
              <p:nvPr/>
            </p:nvSpPr>
            <p:spPr>
              <a:xfrm rot="5400000">
                <a:off x="329760" y="456984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9" name="Google Shape;19;p2"/>
              <p:cNvSpPr/>
              <p:nvPr/>
            </p:nvSpPr>
            <p:spPr>
              <a:xfrm rot="5400000">
                <a:off x="329760" y="479520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grpSp>
        <p:nvGrpSpPr>
          <p:cNvPr id="10" name="Google Shape;20;p2"/>
          <p:cNvGrpSpPr/>
          <p:nvPr/>
        </p:nvGrpSpPr>
        <p:grpSpPr>
          <a:xfrm>
            <a:off x="292680" y="-386640"/>
            <a:ext cx="9495720" cy="6508440"/>
            <a:chOff x="292680" y="-386640"/>
            <a:chExt cx="9495720" cy="6508440"/>
          </a:xfrm>
        </p:grpSpPr>
        <p:pic>
          <p:nvPicPr>
            <p:cNvPr id="11" name="Google Shape;21;p2"/>
            <p:cNvPicPr/>
            <p:nvPr/>
          </p:nvPicPr>
          <p:blipFill>
            <a:blip r:embed="rId3"/>
            <a:stretch/>
          </p:blipFill>
          <p:spPr>
            <a:xfrm rot="10800000">
              <a:off x="292680" y="-386640"/>
              <a:ext cx="841320" cy="840960"/>
            </a:xfrm>
            <a:prstGeom prst="rect">
              <a:avLst/>
            </a:prstGeom>
            <a:ln w="0">
              <a:noFill/>
            </a:ln>
          </p:spPr>
        </p:pic>
        <p:pic>
          <p:nvPicPr>
            <p:cNvPr id="12" name="Google Shape;22;p2"/>
            <p:cNvPicPr/>
            <p:nvPr/>
          </p:nvPicPr>
          <p:blipFill>
            <a:blip r:embed="rId4"/>
            <a:stretch/>
          </p:blipFill>
          <p:spPr>
            <a:xfrm>
              <a:off x="3193560" y="4439520"/>
              <a:ext cx="1682280" cy="1682280"/>
            </a:xfrm>
            <a:prstGeom prst="rect">
              <a:avLst/>
            </a:prstGeom>
            <a:ln w="0">
              <a:noFill/>
            </a:ln>
          </p:spPr>
        </p:pic>
        <p:pic>
          <p:nvPicPr>
            <p:cNvPr id="13" name="Google Shape;23;p2"/>
            <p:cNvPicPr/>
            <p:nvPr/>
          </p:nvPicPr>
          <p:blipFill>
            <a:blip r:embed="rId5"/>
            <a:stretch/>
          </p:blipFill>
          <p:spPr>
            <a:xfrm rot="12600000">
              <a:off x="8716680" y="165960"/>
              <a:ext cx="905760" cy="905760"/>
            </a:xfrm>
            <a:prstGeom prst="rect">
              <a:avLst/>
            </a:prstGeom>
            <a:ln w="0">
              <a:noFill/>
            </a:ln>
          </p:spPr>
        </p:pic>
      </p:grpSp>
      <p:grpSp>
        <p:nvGrpSpPr>
          <p:cNvPr id="14" name="Google Shape;24;p2"/>
          <p:cNvGrpSpPr/>
          <p:nvPr/>
        </p:nvGrpSpPr>
        <p:grpSpPr>
          <a:xfrm>
            <a:off x="7118280" y="1524600"/>
            <a:ext cx="1598760" cy="2224800"/>
            <a:chOff x="7118280" y="1524600"/>
            <a:chExt cx="1598760" cy="2224800"/>
          </a:xfrm>
        </p:grpSpPr>
        <p:grpSp>
          <p:nvGrpSpPr>
            <p:cNvPr id="15" name="Google Shape;25;p2"/>
            <p:cNvGrpSpPr/>
            <p:nvPr/>
          </p:nvGrpSpPr>
          <p:grpSpPr>
            <a:xfrm>
              <a:off x="7118280" y="3265200"/>
              <a:ext cx="1598760" cy="484200"/>
              <a:chOff x="7118280" y="3265200"/>
              <a:chExt cx="1598760" cy="484200"/>
            </a:xfrm>
          </p:grpSpPr>
          <p:sp>
            <p:nvSpPr>
              <p:cNvPr id="16" name="Google Shape;26;p2"/>
              <p:cNvSpPr/>
              <p:nvPr/>
            </p:nvSpPr>
            <p:spPr>
              <a:xfrm>
                <a:off x="7118280" y="3417840"/>
                <a:ext cx="1598760" cy="33156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7" name="Google Shape;27;p2"/>
              <p:cNvSpPr/>
              <p:nvPr/>
            </p:nvSpPr>
            <p:spPr>
              <a:xfrm>
                <a:off x="7118280" y="3265200"/>
                <a:ext cx="1598760" cy="33156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pic>
          <p:nvPicPr>
            <p:cNvPr id="18" name="Google Shape;28;p2"/>
            <p:cNvPicPr/>
            <p:nvPr/>
          </p:nvPicPr>
          <p:blipFill>
            <a:blip r:embed="rId6"/>
            <a:stretch/>
          </p:blipFill>
          <p:spPr>
            <a:xfrm rot="10800000">
              <a:off x="7205760" y="2134080"/>
              <a:ext cx="1382760" cy="1382760"/>
            </a:xfrm>
            <a:prstGeom prst="rect">
              <a:avLst/>
            </a:prstGeom>
            <a:ln w="0">
              <a:noFill/>
            </a:ln>
          </p:spPr>
        </p:pic>
        <p:pic>
          <p:nvPicPr>
            <p:cNvPr id="19" name="Google Shape;29;p2"/>
            <p:cNvPicPr/>
            <p:nvPr/>
          </p:nvPicPr>
          <p:blipFill>
            <a:blip r:embed="rId5"/>
            <a:stretch/>
          </p:blipFill>
          <p:spPr>
            <a:xfrm rot="5400000">
              <a:off x="7205760" y="1524600"/>
              <a:ext cx="1382760" cy="1382760"/>
            </a:xfrm>
            <a:prstGeom prst="rect">
              <a:avLst/>
            </a:prstGeom>
            <a:ln w="0">
              <a:noFill/>
            </a:ln>
          </p:spPr>
        </p:pic>
      </p:grpSp>
      <p:sp>
        <p:nvSpPr>
          <p:cNvPr id="20"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1284120" y="1895400"/>
            <a:ext cx="6575760" cy="1061280"/>
          </a:xfrm>
          <a:prstGeom prst="rect">
            <a:avLst/>
          </a:prstGeom>
          <a:noFill/>
          <a:ln w="0">
            <a:noFill/>
          </a:ln>
        </p:spPr>
        <p:txBody>
          <a:bodyPr lIns="91440" tIns="91440" rIns="91440" bIns="91440" anchor="b">
            <a:noAutofit/>
          </a:bodyPr>
          <a:lstStyle/>
          <a:p>
            <a:pPr indent="0" algn="ctr">
              <a:lnSpc>
                <a:spcPct val="100000"/>
              </a:lnSpc>
              <a:buNone/>
            </a:pPr>
            <a:r>
              <a:rPr lang="fr-FR" sz="5000" b="0" strike="noStrike" spc="-1">
                <a:solidFill>
                  <a:schemeClr val="accent4"/>
                </a:solidFill>
                <a:latin typeface="Montserrat ExtraBold"/>
                <a:ea typeface="Montserrat ExtraBold"/>
              </a:rPr>
              <a:t>xx%</a:t>
            </a:r>
            <a:endParaRPr lang="fr-FR" sz="5000" b="0" strike="noStrike" spc="-1">
              <a:solidFill>
                <a:schemeClr val="dk1"/>
              </a:solidFill>
              <a:latin typeface="Arial"/>
            </a:endParaRPr>
          </a:p>
        </p:txBody>
      </p:sp>
      <p:grpSp>
        <p:nvGrpSpPr>
          <p:cNvPr id="24" name="Google Shape;115;p11"/>
          <p:cNvGrpSpPr/>
          <p:nvPr/>
        </p:nvGrpSpPr>
        <p:grpSpPr>
          <a:xfrm>
            <a:off x="7782480" y="1131840"/>
            <a:ext cx="1598760" cy="483840"/>
            <a:chOff x="7782480" y="1131840"/>
            <a:chExt cx="1598760" cy="483840"/>
          </a:xfrm>
        </p:grpSpPr>
        <p:sp>
          <p:nvSpPr>
            <p:cNvPr id="25" name="Google Shape;116;p11"/>
            <p:cNvSpPr/>
            <p:nvPr/>
          </p:nvSpPr>
          <p:spPr>
            <a:xfrm>
              <a:off x="7782480" y="1284120"/>
              <a:ext cx="1598760" cy="33156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26" name="Google Shape;117;p11"/>
            <p:cNvSpPr/>
            <p:nvPr/>
          </p:nvSpPr>
          <p:spPr>
            <a:xfrm>
              <a:off x="7782480" y="1131840"/>
              <a:ext cx="1598760" cy="33156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nvGrpSpPr>
          <p:cNvPr id="27" name="Google Shape;118;p11"/>
          <p:cNvGrpSpPr/>
          <p:nvPr/>
        </p:nvGrpSpPr>
        <p:grpSpPr>
          <a:xfrm>
            <a:off x="461160" y="259920"/>
            <a:ext cx="6510240" cy="3951000"/>
            <a:chOff x="461160" y="259920"/>
            <a:chExt cx="6510240" cy="3951000"/>
          </a:xfrm>
        </p:grpSpPr>
        <p:grpSp>
          <p:nvGrpSpPr>
            <p:cNvPr id="28" name="Google Shape;119;p11"/>
            <p:cNvGrpSpPr/>
            <p:nvPr/>
          </p:nvGrpSpPr>
          <p:grpSpPr>
            <a:xfrm>
              <a:off x="461160" y="3691800"/>
              <a:ext cx="68040" cy="519120"/>
              <a:chOff x="461160" y="3691800"/>
              <a:chExt cx="68040" cy="519120"/>
            </a:xfrm>
          </p:grpSpPr>
          <p:sp>
            <p:nvSpPr>
              <p:cNvPr id="29" name="Google Shape;120;p11"/>
              <p:cNvSpPr/>
              <p:nvPr/>
            </p:nvSpPr>
            <p:spPr>
              <a:xfrm rot="5400000">
                <a:off x="461160" y="369180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30" name="Google Shape;121;p11"/>
              <p:cNvSpPr/>
              <p:nvPr/>
            </p:nvSpPr>
            <p:spPr>
              <a:xfrm rot="5400000">
                <a:off x="461160" y="391752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31" name="Google Shape;122;p11"/>
              <p:cNvSpPr/>
              <p:nvPr/>
            </p:nvSpPr>
            <p:spPr>
              <a:xfrm rot="5400000">
                <a:off x="461160" y="414288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nvGrpSpPr>
            <p:cNvPr id="32" name="Google Shape;123;p11"/>
            <p:cNvGrpSpPr/>
            <p:nvPr/>
          </p:nvGrpSpPr>
          <p:grpSpPr>
            <a:xfrm>
              <a:off x="6452280" y="259920"/>
              <a:ext cx="519120" cy="68040"/>
              <a:chOff x="6452280" y="259920"/>
              <a:chExt cx="519120" cy="68040"/>
            </a:xfrm>
          </p:grpSpPr>
          <p:sp>
            <p:nvSpPr>
              <p:cNvPr id="33" name="Google Shape;124;p11"/>
              <p:cNvSpPr/>
              <p:nvPr/>
            </p:nvSpPr>
            <p:spPr>
              <a:xfrm>
                <a:off x="6452280" y="25992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34" name="Google Shape;125;p11"/>
              <p:cNvSpPr/>
              <p:nvPr/>
            </p:nvSpPr>
            <p:spPr>
              <a:xfrm>
                <a:off x="6678000" y="25992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35" name="Google Shape;126;p11"/>
              <p:cNvSpPr/>
              <p:nvPr/>
            </p:nvSpPr>
            <p:spPr>
              <a:xfrm>
                <a:off x="6903360" y="25992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grpSp>
        <p:nvGrpSpPr>
          <p:cNvPr id="36" name="Google Shape;127;p11"/>
          <p:cNvGrpSpPr/>
          <p:nvPr/>
        </p:nvGrpSpPr>
        <p:grpSpPr>
          <a:xfrm>
            <a:off x="-380520" y="-753840"/>
            <a:ext cx="9761760" cy="6647400"/>
            <a:chOff x="-380520" y="-753840"/>
            <a:chExt cx="9761760" cy="6647400"/>
          </a:xfrm>
        </p:grpSpPr>
        <p:pic>
          <p:nvPicPr>
            <p:cNvPr id="37" name="Google Shape;128;p11"/>
            <p:cNvPicPr/>
            <p:nvPr/>
          </p:nvPicPr>
          <p:blipFill>
            <a:blip r:embed="rId3"/>
            <a:stretch/>
          </p:blipFill>
          <p:spPr>
            <a:xfrm rot="10800000">
              <a:off x="-380520" y="725040"/>
              <a:ext cx="841320" cy="840960"/>
            </a:xfrm>
            <a:prstGeom prst="rect">
              <a:avLst/>
            </a:prstGeom>
            <a:ln w="0">
              <a:noFill/>
            </a:ln>
          </p:spPr>
        </p:pic>
        <p:pic>
          <p:nvPicPr>
            <p:cNvPr id="38" name="Google Shape;129;p11"/>
            <p:cNvPicPr/>
            <p:nvPr/>
          </p:nvPicPr>
          <p:blipFill>
            <a:blip r:embed="rId4"/>
            <a:stretch/>
          </p:blipFill>
          <p:spPr>
            <a:xfrm>
              <a:off x="3866760" y="4211280"/>
              <a:ext cx="1682280" cy="1682280"/>
            </a:xfrm>
            <a:prstGeom prst="rect">
              <a:avLst/>
            </a:prstGeom>
            <a:ln w="0">
              <a:noFill/>
            </a:ln>
          </p:spPr>
        </p:pic>
        <p:pic>
          <p:nvPicPr>
            <p:cNvPr id="39" name="Google Shape;130;p11"/>
            <p:cNvPicPr/>
            <p:nvPr/>
          </p:nvPicPr>
          <p:blipFill>
            <a:blip r:embed="rId5"/>
            <a:stretch/>
          </p:blipFill>
          <p:spPr>
            <a:xfrm rot="17142600">
              <a:off x="7836840" y="-592200"/>
              <a:ext cx="1382760" cy="1382760"/>
            </a:xfrm>
            <a:prstGeom prst="rect">
              <a:avLst/>
            </a:prstGeom>
            <a:ln w="0">
              <a:noFill/>
            </a:ln>
          </p:spPr>
        </p:pic>
        <p:pic>
          <p:nvPicPr>
            <p:cNvPr id="40" name="Google Shape;131;p11"/>
            <p:cNvPicPr/>
            <p:nvPr/>
          </p:nvPicPr>
          <p:blipFill>
            <a:blip r:embed="rId6"/>
            <a:stretch/>
          </p:blipFill>
          <p:spPr>
            <a:xfrm rot="15092400">
              <a:off x="460800" y="-479520"/>
              <a:ext cx="1382760" cy="1382760"/>
            </a:xfrm>
            <a:prstGeom prst="rect">
              <a:avLst/>
            </a:prstGeom>
            <a:ln w="0">
              <a:noFill/>
            </a:ln>
          </p:spPr>
        </p:pic>
      </p:gr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
        <p:nvSpPr>
          <p:cNvPr id="42" name="PlaceHolder 2"/>
          <p:cNvSpPr>
            <a:spLocks noGrp="1"/>
          </p:cNvSpPr>
          <p:nvPr>
            <p:ph type="title"/>
          </p:nvPr>
        </p:nvSpPr>
        <p:spPr>
          <a:xfrm>
            <a:off x="1152000" y="2321640"/>
            <a:ext cx="843840" cy="600120"/>
          </a:xfrm>
          <a:prstGeom prst="rect">
            <a:avLst/>
          </a:prstGeom>
          <a:noFill/>
          <a:ln w="0">
            <a:noFill/>
          </a:ln>
        </p:spPr>
        <p:txBody>
          <a:bodyPr lIns="91440" tIns="91440" rIns="91440" bIns="91440" anchor="b">
            <a:noAutofit/>
          </a:bodyPr>
          <a:lstStyle/>
          <a:p>
            <a:pPr indent="0">
              <a:lnSpc>
                <a:spcPct val="100000"/>
              </a:lnSpc>
              <a:buNone/>
            </a:pPr>
            <a:r>
              <a:rPr lang="fr-FR" sz="3000" b="0" strike="noStrike" spc="-1">
                <a:solidFill>
                  <a:schemeClr val="accent4"/>
                </a:solidFill>
                <a:latin typeface="Montserrat ExtraBold"/>
                <a:ea typeface="Montserrat ExtraBold"/>
              </a:rPr>
              <a:t>xx%</a:t>
            </a:r>
            <a:endParaRPr lang="fr-FR" sz="3000" b="0" strike="noStrike" spc="-1">
              <a:solidFill>
                <a:schemeClr val="dk1"/>
              </a:solidFill>
              <a:latin typeface="Arial"/>
            </a:endParaRPr>
          </a:p>
        </p:txBody>
      </p:sp>
      <p:sp>
        <p:nvSpPr>
          <p:cNvPr id="43" name="PlaceHolder 3"/>
          <p:cNvSpPr>
            <a:spLocks noGrp="1"/>
          </p:cNvSpPr>
          <p:nvPr>
            <p:ph type="title"/>
          </p:nvPr>
        </p:nvSpPr>
        <p:spPr>
          <a:xfrm>
            <a:off x="3495240" y="2321640"/>
            <a:ext cx="843840" cy="600120"/>
          </a:xfrm>
          <a:prstGeom prst="rect">
            <a:avLst/>
          </a:prstGeom>
          <a:noFill/>
          <a:ln w="0">
            <a:noFill/>
          </a:ln>
        </p:spPr>
        <p:txBody>
          <a:bodyPr lIns="91440" tIns="91440" rIns="91440" bIns="91440" anchor="b">
            <a:noAutofit/>
          </a:bodyPr>
          <a:lstStyle/>
          <a:p>
            <a:pPr indent="0">
              <a:lnSpc>
                <a:spcPct val="100000"/>
              </a:lnSpc>
              <a:buNone/>
            </a:pPr>
            <a:r>
              <a:rPr lang="fr-FR" sz="3000" b="0" strike="noStrike" spc="-1">
                <a:solidFill>
                  <a:schemeClr val="accent4"/>
                </a:solidFill>
                <a:latin typeface="Montserrat ExtraBold"/>
                <a:ea typeface="Montserrat ExtraBold"/>
              </a:rPr>
              <a:t>xx%</a:t>
            </a:r>
            <a:endParaRPr lang="fr-FR" sz="3000" b="0" strike="noStrike" spc="-1">
              <a:solidFill>
                <a:schemeClr val="dk1"/>
              </a:solidFill>
              <a:latin typeface="Arial"/>
            </a:endParaRPr>
          </a:p>
        </p:txBody>
      </p:sp>
      <p:sp>
        <p:nvSpPr>
          <p:cNvPr id="44" name="PlaceHolder 4"/>
          <p:cNvSpPr>
            <a:spLocks noGrp="1"/>
          </p:cNvSpPr>
          <p:nvPr>
            <p:ph type="title"/>
          </p:nvPr>
        </p:nvSpPr>
        <p:spPr>
          <a:xfrm>
            <a:off x="5838120" y="2321640"/>
            <a:ext cx="843840" cy="600120"/>
          </a:xfrm>
          <a:prstGeom prst="rect">
            <a:avLst/>
          </a:prstGeom>
          <a:noFill/>
          <a:ln w="0">
            <a:noFill/>
          </a:ln>
        </p:spPr>
        <p:txBody>
          <a:bodyPr lIns="91440" tIns="91440" rIns="91440" bIns="91440" anchor="b">
            <a:noAutofit/>
          </a:bodyPr>
          <a:lstStyle/>
          <a:p>
            <a:pPr indent="0">
              <a:lnSpc>
                <a:spcPct val="100000"/>
              </a:lnSpc>
              <a:buNone/>
            </a:pPr>
            <a:r>
              <a:rPr lang="fr-FR" sz="3000" b="0" strike="noStrike" spc="-1">
                <a:solidFill>
                  <a:schemeClr val="accent4"/>
                </a:solidFill>
                <a:latin typeface="Montserrat ExtraBold"/>
                <a:ea typeface="Montserrat ExtraBold"/>
              </a:rPr>
              <a:t>xx%</a:t>
            </a:r>
            <a:endParaRPr lang="fr-FR" sz="3000" b="0" strike="noStrike" spc="-1">
              <a:solidFill>
                <a:schemeClr val="dk1"/>
              </a:solidFill>
              <a:latin typeface="Arial"/>
            </a:endParaRPr>
          </a:p>
        </p:txBody>
      </p:sp>
      <p:grpSp>
        <p:nvGrpSpPr>
          <p:cNvPr id="45" name="Google Shape;141;p13"/>
          <p:cNvGrpSpPr/>
          <p:nvPr/>
        </p:nvGrpSpPr>
        <p:grpSpPr>
          <a:xfrm>
            <a:off x="8045280" y="4002120"/>
            <a:ext cx="1598760" cy="483840"/>
            <a:chOff x="8045280" y="4002120"/>
            <a:chExt cx="1598760" cy="483840"/>
          </a:xfrm>
        </p:grpSpPr>
        <p:sp>
          <p:nvSpPr>
            <p:cNvPr id="46" name="Google Shape;142;p13"/>
            <p:cNvSpPr/>
            <p:nvPr/>
          </p:nvSpPr>
          <p:spPr>
            <a:xfrm>
              <a:off x="8045280" y="4154400"/>
              <a:ext cx="1598760" cy="33156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7" name="Google Shape;143;p13"/>
            <p:cNvSpPr/>
            <p:nvPr/>
          </p:nvSpPr>
          <p:spPr>
            <a:xfrm>
              <a:off x="8045280" y="4002120"/>
              <a:ext cx="1598760" cy="33156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nvGrpSpPr>
          <p:cNvPr id="48" name="Google Shape;144;p13"/>
          <p:cNvGrpSpPr/>
          <p:nvPr/>
        </p:nvGrpSpPr>
        <p:grpSpPr>
          <a:xfrm>
            <a:off x="-191520" y="-40680"/>
            <a:ext cx="10118880" cy="6622560"/>
            <a:chOff x="-191520" y="-40680"/>
            <a:chExt cx="10118880" cy="6622560"/>
          </a:xfrm>
        </p:grpSpPr>
        <p:pic>
          <p:nvPicPr>
            <p:cNvPr id="49" name="Google Shape;145;p13"/>
            <p:cNvPicPr/>
            <p:nvPr/>
          </p:nvPicPr>
          <p:blipFill>
            <a:blip r:embed="rId3"/>
            <a:stretch/>
          </p:blipFill>
          <p:spPr>
            <a:xfrm rot="924000">
              <a:off x="629280" y="4681800"/>
              <a:ext cx="1704240" cy="1704240"/>
            </a:xfrm>
            <a:prstGeom prst="rect">
              <a:avLst/>
            </a:prstGeom>
            <a:ln w="0">
              <a:noFill/>
            </a:ln>
          </p:spPr>
        </p:pic>
        <p:pic>
          <p:nvPicPr>
            <p:cNvPr id="50" name="Google Shape;146;p13"/>
            <p:cNvPicPr/>
            <p:nvPr/>
          </p:nvPicPr>
          <p:blipFill>
            <a:blip r:embed="rId4"/>
            <a:stretch/>
          </p:blipFill>
          <p:spPr>
            <a:xfrm rot="10800000">
              <a:off x="-191520" y="4131360"/>
              <a:ext cx="841320" cy="840960"/>
            </a:xfrm>
            <a:prstGeom prst="rect">
              <a:avLst/>
            </a:prstGeom>
            <a:ln w="0">
              <a:noFill/>
            </a:ln>
          </p:spPr>
        </p:pic>
        <p:pic>
          <p:nvPicPr>
            <p:cNvPr id="51" name="Google Shape;147;p13"/>
            <p:cNvPicPr/>
            <p:nvPr/>
          </p:nvPicPr>
          <p:blipFill>
            <a:blip r:embed="rId5"/>
            <a:stretch/>
          </p:blipFill>
          <p:spPr>
            <a:xfrm rot="7818000">
              <a:off x="8261280" y="242280"/>
              <a:ext cx="1382760" cy="1382760"/>
            </a:xfrm>
            <a:prstGeom prst="rect">
              <a:avLst/>
            </a:prstGeom>
            <a:ln w="0">
              <a:noFill/>
            </a:ln>
          </p:spPr>
        </p:pic>
      </p:grpSp>
      <p:grpSp>
        <p:nvGrpSpPr>
          <p:cNvPr id="52" name="Google Shape;148;p13"/>
          <p:cNvGrpSpPr/>
          <p:nvPr/>
        </p:nvGrpSpPr>
        <p:grpSpPr>
          <a:xfrm>
            <a:off x="3819960" y="4822200"/>
            <a:ext cx="519120" cy="68040"/>
            <a:chOff x="3819960" y="4822200"/>
            <a:chExt cx="519120" cy="68040"/>
          </a:xfrm>
        </p:grpSpPr>
        <p:sp>
          <p:nvSpPr>
            <p:cNvPr id="53" name="Google Shape;149;p13"/>
            <p:cNvSpPr/>
            <p:nvPr/>
          </p:nvSpPr>
          <p:spPr>
            <a:xfrm>
              <a:off x="3819960" y="482220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54" name="Google Shape;150;p13"/>
            <p:cNvSpPr/>
            <p:nvPr/>
          </p:nvSpPr>
          <p:spPr>
            <a:xfrm>
              <a:off x="4045680" y="482220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55" name="Google Shape;151;p13"/>
            <p:cNvSpPr/>
            <p:nvPr/>
          </p:nvSpPr>
          <p:spPr>
            <a:xfrm>
              <a:off x="4271040" y="482220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4021560" y="908640"/>
            <a:ext cx="4294440" cy="572400"/>
          </a:xfrm>
          <a:prstGeom prst="rect">
            <a:avLst/>
          </a:prstGeom>
          <a:noFill/>
          <a:ln w="0">
            <a:noFill/>
          </a:ln>
        </p:spPr>
        <p:txBody>
          <a:bodyPr lIns="91440" tIns="91440" rIns="91440" bIns="91440" anchor="b">
            <a:noAutofit/>
          </a:bodyPr>
          <a:lstStyle/>
          <a:p>
            <a:pPr indent="0">
              <a:buNone/>
            </a:pPr>
            <a:r>
              <a:rPr lang="fr-FR" sz="3000" b="0" strike="noStrike" spc="-1">
                <a:solidFill>
                  <a:schemeClr val="dk1"/>
                </a:solidFill>
                <a:latin typeface="Arial"/>
              </a:rPr>
              <a:t>Click to edit the title text format</a:t>
            </a:r>
          </a:p>
        </p:txBody>
      </p:sp>
      <p:sp>
        <p:nvSpPr>
          <p:cNvPr id="57" name="PlaceHolder 2"/>
          <p:cNvSpPr>
            <a:spLocks noGrp="1"/>
          </p:cNvSpPr>
          <p:nvPr>
            <p:ph type="body"/>
          </p:nvPr>
        </p:nvSpPr>
        <p:spPr>
          <a:xfrm>
            <a:off x="0" y="0"/>
            <a:ext cx="3453120" cy="5143320"/>
          </a:xfrm>
          <a:prstGeom prst="rect">
            <a:avLst/>
          </a:prstGeom>
          <a:noFill/>
          <a:ln w="9360">
            <a:solidFill>
              <a:schemeClr val="dk1"/>
            </a:solidFill>
            <a:round/>
          </a:ln>
        </p:spPr>
        <p:txBody>
          <a:bodyPr lIns="90000" tIns="45000" rIns="90000" bIns="45000" anchor="t">
            <a:normAutofit fontScale="98333" lnSpcReduction="10000"/>
          </a:bodyPr>
          <a:lstStyle/>
          <a:p>
            <a:pPr marL="432000" indent="-324000">
              <a:spcBef>
                <a:spcPts val="1417"/>
              </a:spcBef>
              <a:buClr>
                <a:srgbClr val="FFFFFF"/>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1800" b="0" strike="noStrike" spc="-1">
                <a:solidFill>
                  <a:srgbClr val="000000"/>
                </a:solidFill>
                <a:latin typeface="Arial"/>
              </a:rPr>
              <a:t>Seventh Outline Level</a:t>
            </a:r>
          </a:p>
        </p:txBody>
      </p:sp>
      <p:grpSp>
        <p:nvGrpSpPr>
          <p:cNvPr id="58" name="Google Shape;156;p14"/>
          <p:cNvGrpSpPr/>
          <p:nvPr/>
        </p:nvGrpSpPr>
        <p:grpSpPr>
          <a:xfrm>
            <a:off x="3889440" y="-1198080"/>
            <a:ext cx="5945040" cy="6862680"/>
            <a:chOff x="3889440" y="-1198080"/>
            <a:chExt cx="5945040" cy="6862680"/>
          </a:xfrm>
        </p:grpSpPr>
        <p:pic>
          <p:nvPicPr>
            <p:cNvPr id="59" name="Google Shape;157;p14"/>
            <p:cNvPicPr/>
            <p:nvPr/>
          </p:nvPicPr>
          <p:blipFill>
            <a:blip r:embed="rId3"/>
            <a:stretch/>
          </p:blipFill>
          <p:spPr>
            <a:xfrm rot="18900000">
              <a:off x="8798760" y="501480"/>
              <a:ext cx="857880" cy="857880"/>
            </a:xfrm>
            <a:prstGeom prst="rect">
              <a:avLst/>
            </a:prstGeom>
            <a:ln w="0">
              <a:noFill/>
            </a:ln>
          </p:spPr>
        </p:pic>
        <p:pic>
          <p:nvPicPr>
            <p:cNvPr id="60" name="Google Shape;158;p14"/>
            <p:cNvPicPr/>
            <p:nvPr/>
          </p:nvPicPr>
          <p:blipFill>
            <a:blip r:embed="rId4"/>
            <a:stretch/>
          </p:blipFill>
          <p:spPr>
            <a:xfrm rot="1800000">
              <a:off x="6252840" y="-945000"/>
              <a:ext cx="1382760" cy="1382760"/>
            </a:xfrm>
            <a:prstGeom prst="rect">
              <a:avLst/>
            </a:prstGeom>
            <a:ln w="0">
              <a:noFill/>
            </a:ln>
          </p:spPr>
        </p:pic>
        <p:pic>
          <p:nvPicPr>
            <p:cNvPr id="61" name="Google Shape;159;p14"/>
            <p:cNvPicPr/>
            <p:nvPr/>
          </p:nvPicPr>
          <p:blipFill>
            <a:blip r:embed="rId5"/>
            <a:stretch/>
          </p:blipFill>
          <p:spPr>
            <a:xfrm rot="14145600">
              <a:off x="4052880" y="4659480"/>
              <a:ext cx="841320" cy="840960"/>
            </a:xfrm>
            <a:prstGeom prst="rect">
              <a:avLst/>
            </a:prstGeom>
            <a:ln w="0">
              <a:noFill/>
            </a:ln>
          </p:spPr>
        </p:pic>
      </p:grpSp>
      <p:grpSp>
        <p:nvGrpSpPr>
          <p:cNvPr id="62" name="Google Shape;160;p14"/>
          <p:cNvGrpSpPr/>
          <p:nvPr/>
        </p:nvGrpSpPr>
        <p:grpSpPr>
          <a:xfrm>
            <a:off x="3819960" y="255240"/>
            <a:ext cx="519120" cy="68040"/>
            <a:chOff x="3819960" y="255240"/>
            <a:chExt cx="519120" cy="68040"/>
          </a:xfrm>
        </p:grpSpPr>
        <p:sp>
          <p:nvSpPr>
            <p:cNvPr id="63" name="Google Shape;161;p14"/>
            <p:cNvSpPr/>
            <p:nvPr/>
          </p:nvSpPr>
          <p:spPr>
            <a:xfrm>
              <a:off x="3819960" y="25524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64" name="Google Shape;162;p14"/>
            <p:cNvSpPr/>
            <p:nvPr/>
          </p:nvSpPr>
          <p:spPr>
            <a:xfrm>
              <a:off x="4045680" y="25524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65" name="Google Shape;163;p14"/>
            <p:cNvSpPr/>
            <p:nvPr/>
          </p:nvSpPr>
          <p:spPr>
            <a:xfrm>
              <a:off x="4271040" y="25524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66" name="PlaceHolder 1"/>
          <p:cNvSpPr>
            <a:spLocks noGrp="1"/>
          </p:cNvSpPr>
          <p:nvPr>
            <p:ph type="title"/>
          </p:nvPr>
        </p:nvSpPr>
        <p:spPr>
          <a:xfrm>
            <a:off x="582840" y="499320"/>
            <a:ext cx="3528720" cy="1091520"/>
          </a:xfrm>
          <a:prstGeom prst="rect">
            <a:avLst/>
          </a:prstGeom>
          <a:noFill/>
          <a:ln w="0">
            <a:noFill/>
          </a:ln>
        </p:spPr>
        <p:txBody>
          <a:bodyPr lIns="91440" tIns="91440" rIns="91440" bIns="91440" anchor="t">
            <a:noAutofit/>
          </a:bodyPr>
          <a:lstStyle/>
          <a:p>
            <a:pPr indent="0">
              <a:buNone/>
            </a:pPr>
            <a:r>
              <a:rPr lang="fr-FR" sz="2100" b="0" strike="noStrike" spc="-1">
                <a:solidFill>
                  <a:schemeClr val="dk1"/>
                </a:solidFill>
                <a:latin typeface="Arial"/>
              </a:rPr>
              <a:t>Click to edit the title text format</a:t>
            </a:r>
          </a:p>
        </p:txBody>
      </p:sp>
      <p:sp>
        <p:nvSpPr>
          <p:cNvPr id="67" name="PlaceHolder 2"/>
          <p:cNvSpPr>
            <a:spLocks noGrp="1"/>
          </p:cNvSpPr>
          <p:nvPr>
            <p:ph type="body"/>
          </p:nvPr>
        </p:nvSpPr>
        <p:spPr>
          <a:xfrm>
            <a:off x="0" y="1790640"/>
            <a:ext cx="9143640" cy="3352320"/>
          </a:xfrm>
          <a:prstGeom prst="rect">
            <a:avLst/>
          </a:prstGeom>
          <a:noFill/>
          <a:ln w="9360">
            <a:solidFill>
              <a:schemeClr val="dk1"/>
            </a:solidFill>
            <a:round/>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1800" b="0" strike="noStrike" spc="-1">
                <a:solidFill>
                  <a:srgbClr val="000000"/>
                </a:solidFill>
                <a:latin typeface="Arial"/>
              </a:rPr>
              <a:t>Seventh Outline Level</a:t>
            </a:r>
          </a:p>
        </p:txBody>
      </p:sp>
      <p:grpSp>
        <p:nvGrpSpPr>
          <p:cNvPr id="68" name="Google Shape;168;p15"/>
          <p:cNvGrpSpPr/>
          <p:nvPr/>
        </p:nvGrpSpPr>
        <p:grpSpPr>
          <a:xfrm>
            <a:off x="-673920" y="4813560"/>
            <a:ext cx="1598760" cy="483840"/>
            <a:chOff x="-673920" y="4813560"/>
            <a:chExt cx="1598760" cy="483840"/>
          </a:xfrm>
        </p:grpSpPr>
        <p:sp>
          <p:nvSpPr>
            <p:cNvPr id="69" name="Google Shape;169;p15"/>
            <p:cNvSpPr/>
            <p:nvPr/>
          </p:nvSpPr>
          <p:spPr>
            <a:xfrm>
              <a:off x="-673920" y="4965840"/>
              <a:ext cx="1598760" cy="33156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70" name="Google Shape;170;p15"/>
            <p:cNvSpPr/>
            <p:nvPr/>
          </p:nvSpPr>
          <p:spPr>
            <a:xfrm>
              <a:off x="-673920" y="4813560"/>
              <a:ext cx="1598760" cy="33156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nvGrpSpPr>
          <p:cNvPr id="71" name="Google Shape;171;p15"/>
          <p:cNvGrpSpPr/>
          <p:nvPr/>
        </p:nvGrpSpPr>
        <p:grpSpPr>
          <a:xfrm>
            <a:off x="8332560" y="255240"/>
            <a:ext cx="518760" cy="68040"/>
            <a:chOff x="8332560" y="255240"/>
            <a:chExt cx="518760" cy="68040"/>
          </a:xfrm>
        </p:grpSpPr>
        <p:sp>
          <p:nvSpPr>
            <p:cNvPr id="72" name="Google Shape;172;p15"/>
            <p:cNvSpPr/>
            <p:nvPr/>
          </p:nvSpPr>
          <p:spPr>
            <a:xfrm>
              <a:off x="8332560" y="25524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73" name="Google Shape;173;p15"/>
            <p:cNvSpPr/>
            <p:nvPr/>
          </p:nvSpPr>
          <p:spPr>
            <a:xfrm>
              <a:off x="8557920" y="25524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74" name="Google Shape;174;p15"/>
            <p:cNvSpPr/>
            <p:nvPr/>
          </p:nvSpPr>
          <p:spPr>
            <a:xfrm>
              <a:off x="8783280" y="25524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nvGrpSpPr>
          <p:cNvPr id="75" name="Google Shape;175;p15"/>
          <p:cNvGrpSpPr/>
          <p:nvPr/>
        </p:nvGrpSpPr>
        <p:grpSpPr>
          <a:xfrm>
            <a:off x="1416600" y="-658800"/>
            <a:ext cx="8673120" cy="6356880"/>
            <a:chOff x="1416600" y="-658800"/>
            <a:chExt cx="8673120" cy="6356880"/>
          </a:xfrm>
        </p:grpSpPr>
        <p:pic>
          <p:nvPicPr>
            <p:cNvPr id="76" name="Google Shape;176;p15"/>
            <p:cNvPicPr/>
            <p:nvPr/>
          </p:nvPicPr>
          <p:blipFill>
            <a:blip r:embed="rId3"/>
            <a:stretch/>
          </p:blipFill>
          <p:spPr>
            <a:xfrm rot="18900000">
              <a:off x="1642320" y="-480960"/>
              <a:ext cx="857880" cy="857880"/>
            </a:xfrm>
            <a:prstGeom prst="rect">
              <a:avLst/>
            </a:prstGeom>
            <a:ln w="0">
              <a:noFill/>
            </a:ln>
          </p:spPr>
        </p:pic>
        <p:pic>
          <p:nvPicPr>
            <p:cNvPr id="77" name="Google Shape;177;p15"/>
            <p:cNvPicPr/>
            <p:nvPr/>
          </p:nvPicPr>
          <p:blipFill>
            <a:blip r:embed="rId4"/>
            <a:stretch/>
          </p:blipFill>
          <p:spPr>
            <a:xfrm rot="2412600">
              <a:off x="8424000" y="1358640"/>
              <a:ext cx="1382760" cy="1382760"/>
            </a:xfrm>
            <a:prstGeom prst="rect">
              <a:avLst/>
            </a:prstGeom>
            <a:ln w="0">
              <a:noFill/>
            </a:ln>
          </p:spPr>
        </p:pic>
        <p:pic>
          <p:nvPicPr>
            <p:cNvPr id="78" name="Google Shape;178;p15"/>
            <p:cNvPicPr/>
            <p:nvPr/>
          </p:nvPicPr>
          <p:blipFill>
            <a:blip r:embed="rId5"/>
            <a:stretch/>
          </p:blipFill>
          <p:spPr>
            <a:xfrm rot="14145600">
              <a:off x="1580040" y="4692960"/>
              <a:ext cx="841320" cy="840960"/>
            </a:xfrm>
            <a:prstGeom prst="rect">
              <a:avLst/>
            </a:prstGeom>
            <a:ln w="0">
              <a:noFill/>
            </a:ln>
          </p:spPr>
        </p:pic>
      </p:gr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79"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grpSp>
        <p:nvGrpSpPr>
          <p:cNvPr id="80" name="Google Shape;187;p16"/>
          <p:cNvGrpSpPr/>
          <p:nvPr/>
        </p:nvGrpSpPr>
        <p:grpSpPr>
          <a:xfrm>
            <a:off x="8333640" y="4189680"/>
            <a:ext cx="1598760" cy="483840"/>
            <a:chOff x="8333640" y="4189680"/>
            <a:chExt cx="1598760" cy="483840"/>
          </a:xfrm>
        </p:grpSpPr>
        <p:sp>
          <p:nvSpPr>
            <p:cNvPr id="81" name="Google Shape;188;p16"/>
            <p:cNvSpPr/>
            <p:nvPr/>
          </p:nvSpPr>
          <p:spPr>
            <a:xfrm>
              <a:off x="8333640" y="4341960"/>
              <a:ext cx="1598760" cy="33156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82" name="Google Shape;189;p16"/>
            <p:cNvSpPr/>
            <p:nvPr/>
          </p:nvSpPr>
          <p:spPr>
            <a:xfrm>
              <a:off x="8333640" y="4189680"/>
              <a:ext cx="1598760" cy="33156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nvGrpSpPr>
          <p:cNvPr id="83" name="Google Shape;190;p16"/>
          <p:cNvGrpSpPr/>
          <p:nvPr/>
        </p:nvGrpSpPr>
        <p:grpSpPr>
          <a:xfrm>
            <a:off x="709560" y="-533160"/>
            <a:ext cx="8289000" cy="6197400"/>
            <a:chOff x="709560" y="-533160"/>
            <a:chExt cx="8289000" cy="6197400"/>
          </a:xfrm>
        </p:grpSpPr>
        <p:pic>
          <p:nvPicPr>
            <p:cNvPr id="84" name="Google Shape;191;p16"/>
            <p:cNvPicPr/>
            <p:nvPr/>
          </p:nvPicPr>
          <p:blipFill>
            <a:blip r:embed="rId3"/>
            <a:stretch/>
          </p:blipFill>
          <p:spPr>
            <a:xfrm rot="17048400">
              <a:off x="8067240" y="-442800"/>
              <a:ext cx="841320" cy="840960"/>
            </a:xfrm>
            <a:prstGeom prst="rect">
              <a:avLst/>
            </a:prstGeom>
            <a:ln w="0">
              <a:noFill/>
            </a:ln>
          </p:spPr>
        </p:pic>
        <p:pic>
          <p:nvPicPr>
            <p:cNvPr id="85" name="Google Shape;192;p16"/>
            <p:cNvPicPr/>
            <p:nvPr/>
          </p:nvPicPr>
          <p:blipFill>
            <a:blip r:embed="rId4"/>
            <a:stretch/>
          </p:blipFill>
          <p:spPr>
            <a:xfrm rot="7032000">
              <a:off x="866520" y="4601160"/>
              <a:ext cx="905760" cy="905760"/>
            </a:xfrm>
            <a:prstGeom prst="rect">
              <a:avLst/>
            </a:prstGeom>
            <a:ln w="0">
              <a:noFill/>
            </a:ln>
          </p:spPr>
        </p:pic>
      </p:grpSp>
      <p:grpSp>
        <p:nvGrpSpPr>
          <p:cNvPr id="86" name="Google Shape;193;p16"/>
          <p:cNvGrpSpPr/>
          <p:nvPr/>
        </p:nvGrpSpPr>
        <p:grpSpPr>
          <a:xfrm>
            <a:off x="269640" y="1762560"/>
            <a:ext cx="68040" cy="519120"/>
            <a:chOff x="269640" y="1762560"/>
            <a:chExt cx="68040" cy="519120"/>
          </a:xfrm>
        </p:grpSpPr>
        <p:sp>
          <p:nvSpPr>
            <p:cNvPr id="87" name="Google Shape;194;p16"/>
            <p:cNvSpPr/>
            <p:nvPr/>
          </p:nvSpPr>
          <p:spPr>
            <a:xfrm rot="5400000">
              <a:off x="269640" y="176256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88" name="Google Shape;195;p16"/>
            <p:cNvSpPr/>
            <p:nvPr/>
          </p:nvSpPr>
          <p:spPr>
            <a:xfrm rot="5400000">
              <a:off x="269640" y="198792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89" name="Google Shape;196;p16"/>
            <p:cNvSpPr/>
            <p:nvPr/>
          </p:nvSpPr>
          <p:spPr>
            <a:xfrm rot="5400000">
              <a:off x="269640" y="221364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9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grpSp>
        <p:nvGrpSpPr>
          <p:cNvPr id="91" name="Google Shape;207;p17"/>
          <p:cNvGrpSpPr/>
          <p:nvPr/>
        </p:nvGrpSpPr>
        <p:grpSpPr>
          <a:xfrm>
            <a:off x="4905360" y="4852080"/>
            <a:ext cx="1598760" cy="483840"/>
            <a:chOff x="4905360" y="4852080"/>
            <a:chExt cx="1598760" cy="483840"/>
          </a:xfrm>
        </p:grpSpPr>
        <p:sp>
          <p:nvSpPr>
            <p:cNvPr id="92" name="Google Shape;208;p17"/>
            <p:cNvSpPr/>
            <p:nvPr/>
          </p:nvSpPr>
          <p:spPr>
            <a:xfrm>
              <a:off x="4905360" y="5004360"/>
              <a:ext cx="1598760" cy="33156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93" name="Google Shape;209;p17"/>
            <p:cNvSpPr/>
            <p:nvPr/>
          </p:nvSpPr>
          <p:spPr>
            <a:xfrm>
              <a:off x="4905360" y="4852080"/>
              <a:ext cx="1598760" cy="33156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nvGrpSpPr>
          <p:cNvPr id="94" name="Google Shape;210;p17"/>
          <p:cNvGrpSpPr/>
          <p:nvPr/>
        </p:nvGrpSpPr>
        <p:grpSpPr>
          <a:xfrm>
            <a:off x="-630720" y="-239040"/>
            <a:ext cx="10648080" cy="4488120"/>
            <a:chOff x="-630720" y="-239040"/>
            <a:chExt cx="10648080" cy="4488120"/>
          </a:xfrm>
        </p:grpSpPr>
        <p:pic>
          <p:nvPicPr>
            <p:cNvPr id="95" name="Google Shape;211;p17"/>
            <p:cNvPicPr/>
            <p:nvPr/>
          </p:nvPicPr>
          <p:blipFill>
            <a:blip r:embed="rId3"/>
            <a:stretch/>
          </p:blipFill>
          <p:spPr>
            <a:xfrm rot="18161400">
              <a:off x="-466920" y="-74880"/>
              <a:ext cx="857880" cy="857880"/>
            </a:xfrm>
            <a:prstGeom prst="rect">
              <a:avLst/>
            </a:prstGeom>
            <a:ln w="0">
              <a:noFill/>
            </a:ln>
          </p:spPr>
        </p:pic>
        <p:pic>
          <p:nvPicPr>
            <p:cNvPr id="96" name="Google Shape;212;p17"/>
            <p:cNvPicPr/>
            <p:nvPr/>
          </p:nvPicPr>
          <p:blipFill>
            <a:blip r:embed="rId4"/>
            <a:stretch/>
          </p:blipFill>
          <p:spPr>
            <a:xfrm rot="1800000">
              <a:off x="8381520" y="2612880"/>
              <a:ext cx="1382760" cy="1382760"/>
            </a:xfrm>
            <a:prstGeom prst="rect">
              <a:avLst/>
            </a:prstGeom>
            <a:ln w="0">
              <a:noFill/>
            </a:ln>
          </p:spPr>
        </p:pic>
      </p:grpSp>
      <p:grpSp>
        <p:nvGrpSpPr>
          <p:cNvPr id="97" name="Google Shape;213;p17"/>
          <p:cNvGrpSpPr/>
          <p:nvPr/>
        </p:nvGrpSpPr>
        <p:grpSpPr>
          <a:xfrm>
            <a:off x="3819960" y="255240"/>
            <a:ext cx="519120" cy="68040"/>
            <a:chOff x="3819960" y="255240"/>
            <a:chExt cx="519120" cy="68040"/>
          </a:xfrm>
        </p:grpSpPr>
        <p:sp>
          <p:nvSpPr>
            <p:cNvPr id="98" name="Google Shape;214;p17"/>
            <p:cNvSpPr/>
            <p:nvPr/>
          </p:nvSpPr>
          <p:spPr>
            <a:xfrm>
              <a:off x="3819960" y="25524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99" name="Google Shape;215;p17"/>
            <p:cNvSpPr/>
            <p:nvPr/>
          </p:nvSpPr>
          <p:spPr>
            <a:xfrm>
              <a:off x="4045680" y="25524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00" name="Google Shape;216;p17"/>
            <p:cNvSpPr/>
            <p:nvPr/>
          </p:nvSpPr>
          <p:spPr>
            <a:xfrm>
              <a:off x="4271040" y="25524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01"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grpSp>
        <p:nvGrpSpPr>
          <p:cNvPr id="102" name="Google Shape;231;p18"/>
          <p:cNvGrpSpPr/>
          <p:nvPr/>
        </p:nvGrpSpPr>
        <p:grpSpPr>
          <a:xfrm>
            <a:off x="3683880" y="255240"/>
            <a:ext cx="5114880" cy="4608000"/>
            <a:chOff x="3683880" y="255240"/>
            <a:chExt cx="5114880" cy="4608000"/>
          </a:xfrm>
        </p:grpSpPr>
        <p:grpSp>
          <p:nvGrpSpPr>
            <p:cNvPr id="103" name="Google Shape;232;p18"/>
            <p:cNvGrpSpPr/>
            <p:nvPr/>
          </p:nvGrpSpPr>
          <p:grpSpPr>
            <a:xfrm>
              <a:off x="8730720" y="4344480"/>
              <a:ext cx="68040" cy="518760"/>
              <a:chOff x="8730720" y="4344480"/>
              <a:chExt cx="68040" cy="518760"/>
            </a:xfrm>
          </p:grpSpPr>
          <p:sp>
            <p:nvSpPr>
              <p:cNvPr id="104" name="Google Shape;233;p18"/>
              <p:cNvSpPr/>
              <p:nvPr/>
            </p:nvSpPr>
            <p:spPr>
              <a:xfrm rot="5400000">
                <a:off x="8730720" y="434448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05" name="Google Shape;234;p18"/>
              <p:cNvSpPr/>
              <p:nvPr/>
            </p:nvSpPr>
            <p:spPr>
              <a:xfrm rot="5400000">
                <a:off x="8730720" y="456984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06" name="Google Shape;235;p18"/>
              <p:cNvSpPr/>
              <p:nvPr/>
            </p:nvSpPr>
            <p:spPr>
              <a:xfrm rot="5400000">
                <a:off x="8730720" y="479520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nvGrpSpPr>
            <p:cNvPr id="107" name="Google Shape;236;p18"/>
            <p:cNvGrpSpPr/>
            <p:nvPr/>
          </p:nvGrpSpPr>
          <p:grpSpPr>
            <a:xfrm>
              <a:off x="3683880" y="255240"/>
              <a:ext cx="519120" cy="68040"/>
              <a:chOff x="3683880" y="255240"/>
              <a:chExt cx="519120" cy="68040"/>
            </a:xfrm>
          </p:grpSpPr>
          <p:sp>
            <p:nvSpPr>
              <p:cNvPr id="108" name="Google Shape;237;p18"/>
              <p:cNvSpPr/>
              <p:nvPr/>
            </p:nvSpPr>
            <p:spPr>
              <a:xfrm>
                <a:off x="3683880" y="25524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09" name="Google Shape;238;p18"/>
              <p:cNvSpPr/>
              <p:nvPr/>
            </p:nvSpPr>
            <p:spPr>
              <a:xfrm>
                <a:off x="3909600" y="25524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10" name="Google Shape;239;p18"/>
              <p:cNvSpPr/>
              <p:nvPr/>
            </p:nvSpPr>
            <p:spPr>
              <a:xfrm>
                <a:off x="4134960" y="25524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grpSp>
        <p:nvGrpSpPr>
          <p:cNvPr id="111" name="Google Shape;240;p18"/>
          <p:cNvGrpSpPr/>
          <p:nvPr/>
        </p:nvGrpSpPr>
        <p:grpSpPr>
          <a:xfrm>
            <a:off x="3225240" y="-500760"/>
            <a:ext cx="5725440" cy="6897240"/>
            <a:chOff x="3225240" y="-500760"/>
            <a:chExt cx="5725440" cy="6897240"/>
          </a:xfrm>
        </p:grpSpPr>
        <p:pic>
          <p:nvPicPr>
            <p:cNvPr id="112" name="Google Shape;241;p18"/>
            <p:cNvPicPr/>
            <p:nvPr/>
          </p:nvPicPr>
          <p:blipFill>
            <a:blip r:embed="rId3"/>
            <a:stretch/>
          </p:blipFill>
          <p:spPr>
            <a:xfrm rot="15241200">
              <a:off x="8009640" y="-400680"/>
              <a:ext cx="841320" cy="840960"/>
            </a:xfrm>
            <a:prstGeom prst="rect">
              <a:avLst/>
            </a:prstGeom>
            <a:ln w="0">
              <a:noFill/>
            </a:ln>
          </p:spPr>
        </p:pic>
        <p:pic>
          <p:nvPicPr>
            <p:cNvPr id="113" name="Google Shape;242;p18"/>
            <p:cNvPicPr/>
            <p:nvPr/>
          </p:nvPicPr>
          <p:blipFill>
            <a:blip r:embed="rId4"/>
            <a:stretch/>
          </p:blipFill>
          <p:spPr>
            <a:xfrm>
              <a:off x="3225240" y="4714200"/>
              <a:ext cx="1682280" cy="1682280"/>
            </a:xfrm>
            <a:prstGeom prst="rect">
              <a:avLst/>
            </a:prstGeom>
            <a:ln w="0">
              <a:noFill/>
            </a:ln>
          </p:spPr>
        </p:pic>
      </p:gr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1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grpSp>
        <p:nvGrpSpPr>
          <p:cNvPr id="115" name="Google Shape;245;p19"/>
          <p:cNvGrpSpPr/>
          <p:nvPr/>
        </p:nvGrpSpPr>
        <p:grpSpPr>
          <a:xfrm>
            <a:off x="330120" y="4821840"/>
            <a:ext cx="519120" cy="68040"/>
            <a:chOff x="330120" y="4821840"/>
            <a:chExt cx="519120" cy="68040"/>
          </a:xfrm>
        </p:grpSpPr>
        <p:sp>
          <p:nvSpPr>
            <p:cNvPr id="116" name="Google Shape;246;p19"/>
            <p:cNvSpPr/>
            <p:nvPr/>
          </p:nvSpPr>
          <p:spPr>
            <a:xfrm>
              <a:off x="330120" y="482184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17" name="Google Shape;247;p19"/>
            <p:cNvSpPr/>
            <p:nvPr/>
          </p:nvSpPr>
          <p:spPr>
            <a:xfrm>
              <a:off x="555840" y="482184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18" name="Google Shape;248;p19"/>
            <p:cNvSpPr/>
            <p:nvPr/>
          </p:nvSpPr>
          <p:spPr>
            <a:xfrm>
              <a:off x="781200" y="482184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nvGrpSpPr>
          <p:cNvPr id="119" name="Google Shape;249;p19"/>
          <p:cNvGrpSpPr/>
          <p:nvPr/>
        </p:nvGrpSpPr>
        <p:grpSpPr>
          <a:xfrm>
            <a:off x="8814600" y="4302720"/>
            <a:ext cx="68040" cy="518760"/>
            <a:chOff x="8814600" y="4302720"/>
            <a:chExt cx="68040" cy="518760"/>
          </a:xfrm>
        </p:grpSpPr>
        <p:sp>
          <p:nvSpPr>
            <p:cNvPr id="120" name="Google Shape;250;p19"/>
            <p:cNvSpPr/>
            <p:nvPr/>
          </p:nvSpPr>
          <p:spPr>
            <a:xfrm rot="5400000">
              <a:off x="8814600" y="430272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21" name="Google Shape;251;p19"/>
            <p:cNvSpPr/>
            <p:nvPr/>
          </p:nvSpPr>
          <p:spPr>
            <a:xfrm rot="5400000">
              <a:off x="8814600" y="452808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22" name="Google Shape;252;p19"/>
            <p:cNvSpPr/>
            <p:nvPr/>
          </p:nvSpPr>
          <p:spPr>
            <a:xfrm rot="5400000">
              <a:off x="8814600" y="475344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nvGrpSpPr>
          <p:cNvPr id="123" name="Google Shape;253;p19"/>
          <p:cNvGrpSpPr/>
          <p:nvPr/>
        </p:nvGrpSpPr>
        <p:grpSpPr>
          <a:xfrm>
            <a:off x="8580600" y="297360"/>
            <a:ext cx="1598760" cy="483840"/>
            <a:chOff x="8580600" y="297360"/>
            <a:chExt cx="1598760" cy="483840"/>
          </a:xfrm>
        </p:grpSpPr>
        <p:sp>
          <p:nvSpPr>
            <p:cNvPr id="124" name="Google Shape;254;p19"/>
            <p:cNvSpPr/>
            <p:nvPr/>
          </p:nvSpPr>
          <p:spPr>
            <a:xfrm>
              <a:off x="8580600" y="449640"/>
              <a:ext cx="1598760" cy="33156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25" name="Google Shape;255;p19"/>
            <p:cNvSpPr/>
            <p:nvPr/>
          </p:nvSpPr>
          <p:spPr>
            <a:xfrm>
              <a:off x="8580600" y="297360"/>
              <a:ext cx="1598760" cy="33156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nvGrpSpPr>
          <p:cNvPr id="126" name="Google Shape;256;p19"/>
          <p:cNvGrpSpPr/>
          <p:nvPr/>
        </p:nvGrpSpPr>
        <p:grpSpPr>
          <a:xfrm>
            <a:off x="-1117440" y="1017720"/>
            <a:ext cx="9369000" cy="4772160"/>
            <a:chOff x="-1117440" y="1017720"/>
            <a:chExt cx="9369000" cy="4772160"/>
          </a:xfrm>
        </p:grpSpPr>
        <p:pic>
          <p:nvPicPr>
            <p:cNvPr id="127" name="Google Shape;257;p19"/>
            <p:cNvPicPr/>
            <p:nvPr/>
          </p:nvPicPr>
          <p:blipFill>
            <a:blip r:embed="rId3"/>
            <a:stretch/>
          </p:blipFill>
          <p:spPr>
            <a:xfrm rot="18161400">
              <a:off x="7229520" y="4768200"/>
              <a:ext cx="857880" cy="857880"/>
            </a:xfrm>
            <a:prstGeom prst="rect">
              <a:avLst/>
            </a:prstGeom>
            <a:ln w="0">
              <a:noFill/>
            </a:ln>
          </p:spPr>
        </p:pic>
        <p:pic>
          <p:nvPicPr>
            <p:cNvPr id="128" name="Google Shape;258;p19"/>
            <p:cNvPicPr/>
            <p:nvPr/>
          </p:nvPicPr>
          <p:blipFill>
            <a:blip r:embed="rId4"/>
            <a:stretch/>
          </p:blipFill>
          <p:spPr>
            <a:xfrm rot="1800000">
              <a:off x="-864000" y="1270440"/>
              <a:ext cx="1382760" cy="1382760"/>
            </a:xfrm>
            <a:prstGeom prst="rect">
              <a:avLst/>
            </a:prstGeom>
            <a:ln w="0">
              <a:noFill/>
            </a:ln>
          </p:spPr>
        </p:pic>
      </p:gr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29"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grpSp>
        <p:nvGrpSpPr>
          <p:cNvPr id="130" name="Google Shape;261;p20"/>
          <p:cNvGrpSpPr/>
          <p:nvPr/>
        </p:nvGrpSpPr>
        <p:grpSpPr>
          <a:xfrm>
            <a:off x="650160" y="-1339560"/>
            <a:ext cx="9876240" cy="7043040"/>
            <a:chOff x="650160" y="-1339560"/>
            <a:chExt cx="9876240" cy="7043040"/>
          </a:xfrm>
        </p:grpSpPr>
        <p:pic>
          <p:nvPicPr>
            <p:cNvPr id="131" name="Google Shape;262;p20"/>
            <p:cNvPicPr/>
            <p:nvPr/>
          </p:nvPicPr>
          <p:blipFill>
            <a:blip r:embed="rId3"/>
            <a:stretch/>
          </p:blipFill>
          <p:spPr>
            <a:xfrm rot="924000">
              <a:off x="8626320" y="2747880"/>
              <a:ext cx="1704240" cy="1704240"/>
            </a:xfrm>
            <a:prstGeom prst="rect">
              <a:avLst/>
            </a:prstGeom>
            <a:ln w="0">
              <a:noFill/>
            </a:ln>
          </p:spPr>
        </p:pic>
        <p:pic>
          <p:nvPicPr>
            <p:cNvPr id="132" name="Google Shape;263;p20"/>
            <p:cNvPicPr/>
            <p:nvPr/>
          </p:nvPicPr>
          <p:blipFill>
            <a:blip r:embed="rId4"/>
            <a:stretch/>
          </p:blipFill>
          <p:spPr>
            <a:xfrm rot="10800000">
              <a:off x="1290240" y="4862520"/>
              <a:ext cx="841320" cy="840960"/>
            </a:xfrm>
            <a:prstGeom prst="rect">
              <a:avLst/>
            </a:prstGeom>
            <a:ln w="0">
              <a:noFill/>
            </a:ln>
          </p:spPr>
        </p:pic>
        <p:pic>
          <p:nvPicPr>
            <p:cNvPr id="133" name="Google Shape;264;p20"/>
            <p:cNvPicPr/>
            <p:nvPr/>
          </p:nvPicPr>
          <p:blipFill>
            <a:blip r:embed="rId5"/>
            <a:stretch/>
          </p:blipFill>
          <p:spPr>
            <a:xfrm rot="7818000">
              <a:off x="933120" y="-1056240"/>
              <a:ext cx="1382760" cy="1382760"/>
            </a:xfrm>
            <a:prstGeom prst="rect">
              <a:avLst/>
            </a:prstGeom>
            <a:ln w="0">
              <a:noFill/>
            </a:ln>
          </p:spPr>
        </p:pic>
      </p:grpSp>
      <p:grpSp>
        <p:nvGrpSpPr>
          <p:cNvPr id="134" name="Google Shape;265;p20"/>
          <p:cNvGrpSpPr/>
          <p:nvPr/>
        </p:nvGrpSpPr>
        <p:grpSpPr>
          <a:xfrm>
            <a:off x="8226720" y="255240"/>
            <a:ext cx="518760" cy="68040"/>
            <a:chOff x="8226720" y="255240"/>
            <a:chExt cx="518760" cy="68040"/>
          </a:xfrm>
        </p:grpSpPr>
        <p:sp>
          <p:nvSpPr>
            <p:cNvPr id="135" name="Google Shape;266;p20"/>
            <p:cNvSpPr/>
            <p:nvPr/>
          </p:nvSpPr>
          <p:spPr>
            <a:xfrm>
              <a:off x="8226720" y="25524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36" name="Google Shape;267;p20"/>
            <p:cNvSpPr/>
            <p:nvPr/>
          </p:nvSpPr>
          <p:spPr>
            <a:xfrm>
              <a:off x="8452080" y="25524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37" name="Google Shape;268;p20"/>
            <p:cNvSpPr/>
            <p:nvPr/>
          </p:nvSpPr>
          <p:spPr>
            <a:xfrm>
              <a:off x="8677440" y="25524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38" name="PlaceHolder 1"/>
          <p:cNvSpPr>
            <a:spLocks noGrp="1"/>
          </p:cNvSpPr>
          <p:nvPr>
            <p:ph type="title"/>
          </p:nvPr>
        </p:nvSpPr>
        <p:spPr>
          <a:xfrm>
            <a:off x="3457800" y="2824200"/>
            <a:ext cx="4815000" cy="988920"/>
          </a:xfrm>
          <a:prstGeom prst="rect">
            <a:avLst/>
          </a:prstGeom>
          <a:noFill/>
          <a:ln w="0">
            <a:noFill/>
          </a:ln>
        </p:spPr>
        <p:txBody>
          <a:bodyPr lIns="91440" tIns="91440" rIns="91440" bIns="91440" anchor="t">
            <a:noAutofit/>
          </a:bodyPr>
          <a:lstStyle/>
          <a:p>
            <a:pPr indent="0">
              <a:buNone/>
            </a:pPr>
            <a:r>
              <a:rPr lang="fr-FR" sz="4500" b="0" strike="noStrike" spc="-1">
                <a:solidFill>
                  <a:schemeClr val="dk1"/>
                </a:solidFill>
                <a:latin typeface="Arial"/>
              </a:rPr>
              <a:t>Click to edit the title text format</a:t>
            </a:r>
          </a:p>
        </p:txBody>
      </p:sp>
      <p:sp>
        <p:nvSpPr>
          <p:cNvPr id="139" name="PlaceHolder 2"/>
          <p:cNvSpPr>
            <a:spLocks noGrp="1"/>
          </p:cNvSpPr>
          <p:nvPr>
            <p:ph type="title"/>
          </p:nvPr>
        </p:nvSpPr>
        <p:spPr>
          <a:xfrm>
            <a:off x="3457800" y="1730520"/>
            <a:ext cx="1450440" cy="1065960"/>
          </a:xfrm>
          <a:prstGeom prst="rect">
            <a:avLst/>
          </a:prstGeom>
          <a:noFill/>
          <a:ln w="0">
            <a:noFill/>
          </a:ln>
        </p:spPr>
        <p:txBody>
          <a:bodyPr lIns="91440" tIns="91440" rIns="91440" bIns="91440" anchor="b">
            <a:noAutofit/>
          </a:bodyPr>
          <a:lstStyle/>
          <a:p>
            <a:pPr indent="0">
              <a:lnSpc>
                <a:spcPct val="100000"/>
              </a:lnSpc>
              <a:buNone/>
            </a:pPr>
            <a:r>
              <a:rPr lang="fr-FR" sz="6000" b="0" strike="noStrike" spc="-1">
                <a:solidFill>
                  <a:schemeClr val="accent4"/>
                </a:solidFill>
                <a:latin typeface="Montserrat ExtraBold"/>
                <a:ea typeface="Montserrat ExtraBold"/>
              </a:rPr>
              <a:t>xx%</a:t>
            </a:r>
            <a:endParaRPr lang="fr-FR" sz="6000" b="0" strike="noStrike" spc="-1">
              <a:solidFill>
                <a:schemeClr val="dk1"/>
              </a:solidFill>
              <a:latin typeface="Arial"/>
            </a:endParaRPr>
          </a:p>
        </p:txBody>
      </p:sp>
      <p:grpSp>
        <p:nvGrpSpPr>
          <p:cNvPr id="140" name="Google Shape;33;p3"/>
          <p:cNvGrpSpPr/>
          <p:nvPr/>
        </p:nvGrpSpPr>
        <p:grpSpPr>
          <a:xfrm>
            <a:off x="-731520" y="-301320"/>
            <a:ext cx="3422880" cy="6029640"/>
            <a:chOff x="-731520" y="-301320"/>
            <a:chExt cx="3422880" cy="6029640"/>
          </a:xfrm>
        </p:grpSpPr>
        <p:pic>
          <p:nvPicPr>
            <p:cNvPr id="141" name="Google Shape;34;p3"/>
            <p:cNvPicPr/>
            <p:nvPr/>
          </p:nvPicPr>
          <p:blipFill>
            <a:blip r:embed="rId3"/>
            <a:stretch/>
          </p:blipFill>
          <p:spPr>
            <a:xfrm rot="10800000">
              <a:off x="1359000" y="-301320"/>
              <a:ext cx="841320" cy="840960"/>
            </a:xfrm>
            <a:prstGeom prst="rect">
              <a:avLst/>
            </a:prstGeom>
            <a:ln w="0">
              <a:noFill/>
            </a:ln>
          </p:spPr>
        </p:pic>
        <p:pic>
          <p:nvPicPr>
            <p:cNvPr id="142" name="Google Shape;35;p3"/>
            <p:cNvPicPr/>
            <p:nvPr/>
          </p:nvPicPr>
          <p:blipFill>
            <a:blip r:embed="rId4"/>
            <a:stretch/>
          </p:blipFill>
          <p:spPr>
            <a:xfrm>
              <a:off x="1009080" y="4046040"/>
              <a:ext cx="1682280" cy="1682280"/>
            </a:xfrm>
            <a:prstGeom prst="rect">
              <a:avLst/>
            </a:prstGeom>
            <a:ln w="0">
              <a:noFill/>
            </a:ln>
          </p:spPr>
        </p:pic>
        <p:pic>
          <p:nvPicPr>
            <p:cNvPr id="143" name="Google Shape;36;p3"/>
            <p:cNvPicPr/>
            <p:nvPr/>
          </p:nvPicPr>
          <p:blipFill>
            <a:blip r:embed="rId5"/>
            <a:stretch/>
          </p:blipFill>
          <p:spPr>
            <a:xfrm rot="17142600">
              <a:off x="-569880" y="539640"/>
              <a:ext cx="1382760" cy="1382760"/>
            </a:xfrm>
            <a:prstGeom prst="rect">
              <a:avLst/>
            </a:prstGeom>
            <a:ln w="0">
              <a:noFill/>
            </a:ln>
          </p:spPr>
        </p:pic>
      </p:grpSp>
      <p:grpSp>
        <p:nvGrpSpPr>
          <p:cNvPr id="144" name="Google Shape;37;p3"/>
          <p:cNvGrpSpPr/>
          <p:nvPr/>
        </p:nvGrpSpPr>
        <p:grpSpPr>
          <a:xfrm>
            <a:off x="7967160" y="242280"/>
            <a:ext cx="1598760" cy="483840"/>
            <a:chOff x="7967160" y="242280"/>
            <a:chExt cx="1598760" cy="483840"/>
          </a:xfrm>
        </p:grpSpPr>
        <p:sp>
          <p:nvSpPr>
            <p:cNvPr id="145" name="Google Shape;38;p3"/>
            <p:cNvSpPr/>
            <p:nvPr/>
          </p:nvSpPr>
          <p:spPr>
            <a:xfrm>
              <a:off x="7967160" y="394560"/>
              <a:ext cx="1598760" cy="33156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46" name="Google Shape;39;p3"/>
            <p:cNvSpPr/>
            <p:nvPr/>
          </p:nvSpPr>
          <p:spPr>
            <a:xfrm>
              <a:off x="7967160" y="242280"/>
              <a:ext cx="1598760" cy="33156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
        <p:nvSpPr>
          <p:cNvPr id="147"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48" name="PlaceHolder 1"/>
          <p:cNvSpPr>
            <a:spLocks noGrp="1"/>
          </p:cNvSpPr>
          <p:nvPr>
            <p:ph type="title"/>
          </p:nvPr>
        </p:nvSpPr>
        <p:spPr>
          <a:xfrm>
            <a:off x="1686240" y="616320"/>
            <a:ext cx="5771160" cy="1058400"/>
          </a:xfrm>
          <a:prstGeom prst="rect">
            <a:avLst/>
          </a:prstGeom>
          <a:noFill/>
          <a:ln w="0">
            <a:noFill/>
          </a:ln>
        </p:spPr>
        <p:txBody>
          <a:bodyPr lIns="91440" tIns="91440" rIns="91440" bIns="91440" anchor="t">
            <a:noAutofit/>
          </a:bodyPr>
          <a:lstStyle/>
          <a:p>
            <a:pPr indent="0">
              <a:buNone/>
            </a:pPr>
            <a:r>
              <a:rPr lang="fr-FR" sz="6000" b="0" strike="noStrike" spc="-1">
                <a:solidFill>
                  <a:schemeClr val="dk1"/>
                </a:solidFill>
                <a:latin typeface="Arial"/>
              </a:rPr>
              <a:t>Click to edit the title text format</a:t>
            </a:r>
          </a:p>
        </p:txBody>
      </p:sp>
      <p:sp>
        <p:nvSpPr>
          <p:cNvPr id="149" name="Google Shape;272;p21"/>
          <p:cNvSpPr/>
          <p:nvPr/>
        </p:nvSpPr>
        <p:spPr>
          <a:xfrm>
            <a:off x="2099160" y="3611880"/>
            <a:ext cx="4945320" cy="5558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ctr" defTabSz="914400">
              <a:lnSpc>
                <a:spcPct val="100000"/>
              </a:lnSpc>
              <a:spcBef>
                <a:spcPts val="300"/>
              </a:spcBef>
              <a:tabLst>
                <a:tab pos="0" algn="l"/>
              </a:tabLst>
            </a:pPr>
            <a:r>
              <a:rPr lang="en" sz="1200" b="1" strike="noStrike" spc="-1">
                <a:solidFill>
                  <a:schemeClr val="dk1"/>
                </a:solidFill>
                <a:latin typeface="DM Sans"/>
                <a:ea typeface="DM Sans"/>
              </a:rPr>
              <a:t>CREDITS:</a:t>
            </a:r>
            <a:r>
              <a:rPr lang="en" sz="1200" b="0" strike="noStrike" spc="-1">
                <a:solidFill>
                  <a:schemeClr val="dk1"/>
                </a:solidFill>
                <a:latin typeface="DM Sans"/>
                <a:ea typeface="DM Sans"/>
              </a:rPr>
              <a:t> This presentation template was created by </a:t>
            </a:r>
            <a:r>
              <a:rPr lang="en" sz="1200" b="1" u="sng" strike="noStrike" spc="-1">
                <a:solidFill>
                  <a:schemeClr val="hlink"/>
                </a:solidFill>
                <a:uFillTx/>
                <a:latin typeface="DM Sans"/>
                <a:ea typeface="DM Sans"/>
                <a:hlinkClick r:id="rId3"/>
              </a:rPr>
              <a:t>Slidesgo</a:t>
            </a:r>
            <a:r>
              <a:rPr lang="en" sz="1200" b="0" strike="noStrike" spc="-1">
                <a:solidFill>
                  <a:schemeClr val="dk1"/>
                </a:solidFill>
                <a:latin typeface="DM Sans"/>
                <a:ea typeface="DM Sans"/>
              </a:rPr>
              <a:t>, and includes icons, infographics &amp; images by </a:t>
            </a:r>
            <a:r>
              <a:rPr lang="en" sz="1200" b="1" u="sng" strike="noStrike" spc="-1">
                <a:solidFill>
                  <a:schemeClr val="dk1"/>
                </a:solidFill>
                <a:uFillTx/>
                <a:latin typeface="DM Sans"/>
                <a:ea typeface="DM Sans"/>
                <a:hlinkClick r:id="rId4"/>
              </a:rPr>
              <a:t>Freepik</a:t>
            </a:r>
            <a:r>
              <a:rPr lang="en" sz="1200" b="0" u="sng" strike="noStrike" spc="-1">
                <a:solidFill>
                  <a:schemeClr val="dk1"/>
                </a:solidFill>
                <a:uFillTx/>
                <a:latin typeface="DM Sans"/>
                <a:ea typeface="DM Sans"/>
              </a:rPr>
              <a:t> </a:t>
            </a:r>
            <a:endParaRPr lang="en-US" sz="1200" b="0" strike="noStrike" spc="-1">
              <a:solidFill>
                <a:srgbClr val="FFFFFF"/>
              </a:solidFill>
              <a:latin typeface="OpenSymbol"/>
            </a:endParaRPr>
          </a:p>
        </p:txBody>
      </p:sp>
      <p:grpSp>
        <p:nvGrpSpPr>
          <p:cNvPr id="150" name="Google Shape;273;p21"/>
          <p:cNvGrpSpPr/>
          <p:nvPr/>
        </p:nvGrpSpPr>
        <p:grpSpPr>
          <a:xfrm>
            <a:off x="8171280" y="245520"/>
            <a:ext cx="518760" cy="68040"/>
            <a:chOff x="8171280" y="245520"/>
            <a:chExt cx="518760" cy="68040"/>
          </a:xfrm>
        </p:grpSpPr>
        <p:sp>
          <p:nvSpPr>
            <p:cNvPr id="151" name="Google Shape;274;p21"/>
            <p:cNvSpPr/>
            <p:nvPr/>
          </p:nvSpPr>
          <p:spPr>
            <a:xfrm>
              <a:off x="8171280" y="24552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52" name="Google Shape;275;p21"/>
            <p:cNvSpPr/>
            <p:nvPr/>
          </p:nvSpPr>
          <p:spPr>
            <a:xfrm>
              <a:off x="8396640" y="24552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53" name="Google Shape;276;p21"/>
            <p:cNvSpPr/>
            <p:nvPr/>
          </p:nvSpPr>
          <p:spPr>
            <a:xfrm>
              <a:off x="8622000" y="24552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nvGrpSpPr>
          <p:cNvPr id="154" name="Google Shape;277;p21"/>
          <p:cNvGrpSpPr/>
          <p:nvPr/>
        </p:nvGrpSpPr>
        <p:grpSpPr>
          <a:xfrm>
            <a:off x="433440" y="1297080"/>
            <a:ext cx="9488520" cy="2905920"/>
            <a:chOff x="433440" y="1297080"/>
            <a:chExt cx="9488520" cy="2905920"/>
          </a:xfrm>
        </p:grpSpPr>
        <p:pic>
          <p:nvPicPr>
            <p:cNvPr id="155" name="Google Shape;278;p21"/>
            <p:cNvPicPr/>
            <p:nvPr/>
          </p:nvPicPr>
          <p:blipFill>
            <a:blip r:embed="rId5"/>
            <a:stretch/>
          </p:blipFill>
          <p:spPr>
            <a:xfrm rot="10800000">
              <a:off x="433440" y="1297080"/>
              <a:ext cx="884520" cy="884520"/>
            </a:xfrm>
            <a:prstGeom prst="rect">
              <a:avLst/>
            </a:prstGeom>
            <a:ln w="0">
              <a:noFill/>
            </a:ln>
          </p:spPr>
        </p:pic>
        <p:pic>
          <p:nvPicPr>
            <p:cNvPr id="156" name="Google Shape;279;p21"/>
            <p:cNvPicPr/>
            <p:nvPr/>
          </p:nvPicPr>
          <p:blipFill>
            <a:blip r:embed="rId6"/>
            <a:stretch/>
          </p:blipFill>
          <p:spPr>
            <a:xfrm rot="5400000">
              <a:off x="8539200" y="2820240"/>
              <a:ext cx="1382760" cy="1382760"/>
            </a:xfrm>
            <a:prstGeom prst="rect">
              <a:avLst/>
            </a:prstGeom>
            <a:ln w="0">
              <a:noFill/>
            </a:ln>
          </p:spPr>
        </p:pic>
      </p:grpSp>
      <p:grpSp>
        <p:nvGrpSpPr>
          <p:cNvPr id="157" name="Google Shape;280;p21"/>
          <p:cNvGrpSpPr/>
          <p:nvPr/>
        </p:nvGrpSpPr>
        <p:grpSpPr>
          <a:xfrm>
            <a:off x="76320" y="2659320"/>
            <a:ext cx="1598760" cy="483840"/>
            <a:chOff x="76320" y="2659320"/>
            <a:chExt cx="1598760" cy="483840"/>
          </a:xfrm>
        </p:grpSpPr>
        <p:sp>
          <p:nvSpPr>
            <p:cNvPr id="158" name="Google Shape;281;p21"/>
            <p:cNvSpPr/>
            <p:nvPr/>
          </p:nvSpPr>
          <p:spPr>
            <a:xfrm>
              <a:off x="76320" y="2811600"/>
              <a:ext cx="1598760" cy="33156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59" name="Google Shape;282;p21"/>
            <p:cNvSpPr/>
            <p:nvPr/>
          </p:nvSpPr>
          <p:spPr>
            <a:xfrm>
              <a:off x="76320" y="2659320"/>
              <a:ext cx="1598760" cy="33156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pic>
        <p:nvPicPr>
          <p:cNvPr id="160" name="Google Shape;283;p21"/>
          <p:cNvPicPr/>
          <p:nvPr/>
        </p:nvPicPr>
        <p:blipFill>
          <a:blip r:embed="rId7"/>
          <a:stretch/>
        </p:blipFill>
        <p:spPr>
          <a:xfrm rot="6463200">
            <a:off x="7260120" y="2193840"/>
            <a:ext cx="841320" cy="840960"/>
          </a:xfrm>
          <a:prstGeom prst="rect">
            <a:avLst/>
          </a:prstGeom>
          <a:ln w="0">
            <a:noFill/>
          </a:ln>
        </p:spPr>
      </p:pic>
      <p:sp>
        <p:nvSpPr>
          <p:cNvPr id="161"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62" name="Google Shape;285;p22"/>
          <p:cNvGrpSpPr/>
          <p:nvPr/>
        </p:nvGrpSpPr>
        <p:grpSpPr>
          <a:xfrm>
            <a:off x="8667360" y="483840"/>
            <a:ext cx="1598760" cy="484200"/>
            <a:chOff x="8667360" y="483840"/>
            <a:chExt cx="1598760" cy="484200"/>
          </a:xfrm>
        </p:grpSpPr>
        <p:sp>
          <p:nvSpPr>
            <p:cNvPr id="163" name="Google Shape;286;p22"/>
            <p:cNvSpPr/>
            <p:nvPr/>
          </p:nvSpPr>
          <p:spPr>
            <a:xfrm>
              <a:off x="8667360" y="636480"/>
              <a:ext cx="1598760" cy="33156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64" name="Google Shape;287;p22"/>
            <p:cNvSpPr/>
            <p:nvPr/>
          </p:nvSpPr>
          <p:spPr>
            <a:xfrm>
              <a:off x="8667360" y="483840"/>
              <a:ext cx="1598760" cy="33156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nvGrpSpPr>
          <p:cNvPr id="165" name="Google Shape;288;p22"/>
          <p:cNvGrpSpPr/>
          <p:nvPr/>
        </p:nvGrpSpPr>
        <p:grpSpPr>
          <a:xfrm>
            <a:off x="-457200" y="1647000"/>
            <a:ext cx="9445320" cy="4552920"/>
            <a:chOff x="-457200" y="1647000"/>
            <a:chExt cx="9445320" cy="4552920"/>
          </a:xfrm>
        </p:grpSpPr>
        <p:pic>
          <p:nvPicPr>
            <p:cNvPr id="166" name="Google Shape;289;p22"/>
            <p:cNvPicPr/>
            <p:nvPr/>
          </p:nvPicPr>
          <p:blipFill>
            <a:blip r:embed="rId3"/>
            <a:stretch/>
          </p:blipFill>
          <p:spPr>
            <a:xfrm rot="9900000">
              <a:off x="-360360" y="1743120"/>
              <a:ext cx="857880" cy="857880"/>
            </a:xfrm>
            <a:prstGeom prst="rect">
              <a:avLst/>
            </a:prstGeom>
            <a:ln w="0">
              <a:noFill/>
            </a:ln>
          </p:spPr>
        </p:pic>
        <p:pic>
          <p:nvPicPr>
            <p:cNvPr id="167" name="Google Shape;290;p22"/>
            <p:cNvPicPr/>
            <p:nvPr/>
          </p:nvPicPr>
          <p:blipFill>
            <a:blip r:embed="rId4"/>
            <a:stretch/>
          </p:blipFill>
          <p:spPr>
            <a:xfrm rot="1800000">
              <a:off x="7352280" y="4563720"/>
              <a:ext cx="1382760" cy="1382760"/>
            </a:xfrm>
            <a:prstGeom prst="rect">
              <a:avLst/>
            </a:prstGeom>
            <a:ln w="0">
              <a:noFill/>
            </a:ln>
          </p:spPr>
        </p:pic>
      </p:grpSp>
      <p:grpSp>
        <p:nvGrpSpPr>
          <p:cNvPr id="168" name="Google Shape;291;p22"/>
          <p:cNvGrpSpPr/>
          <p:nvPr/>
        </p:nvGrpSpPr>
        <p:grpSpPr>
          <a:xfrm>
            <a:off x="433080" y="4084560"/>
            <a:ext cx="68040" cy="519120"/>
            <a:chOff x="433080" y="4084560"/>
            <a:chExt cx="68040" cy="519120"/>
          </a:xfrm>
        </p:grpSpPr>
        <p:sp>
          <p:nvSpPr>
            <p:cNvPr id="169" name="Google Shape;292;p22"/>
            <p:cNvSpPr/>
            <p:nvPr/>
          </p:nvSpPr>
          <p:spPr>
            <a:xfrm rot="5400000">
              <a:off x="433080" y="408456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70" name="Google Shape;293;p22"/>
            <p:cNvSpPr/>
            <p:nvPr/>
          </p:nvSpPr>
          <p:spPr>
            <a:xfrm rot="5400000">
              <a:off x="433080" y="431028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71" name="Google Shape;294;p22"/>
            <p:cNvSpPr/>
            <p:nvPr/>
          </p:nvSpPr>
          <p:spPr>
            <a:xfrm rot="5400000">
              <a:off x="433080" y="453564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Tree>
  </p:cSld>
  <p:clrMap bg1="lt1" tx1="dk1" bg2="lt2" tx2="dk2" accent1="accent1" accent2="accent2" accent3="accent3" accent4="accent4" accent5="accent5" accent6="accent6" hlink="hlink" folHlink="folHlink"/>
  <p:sldLayoutIdLst>
    <p:sldLayoutId id="214748367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72" name="Google Shape;296;p23"/>
          <p:cNvGrpSpPr/>
          <p:nvPr/>
        </p:nvGrpSpPr>
        <p:grpSpPr>
          <a:xfrm>
            <a:off x="-479160" y="-109800"/>
            <a:ext cx="10191960" cy="4446360"/>
            <a:chOff x="-479160" y="-109800"/>
            <a:chExt cx="10191960" cy="4446360"/>
          </a:xfrm>
        </p:grpSpPr>
        <p:pic>
          <p:nvPicPr>
            <p:cNvPr id="173" name="Google Shape;297;p23"/>
            <p:cNvPicPr/>
            <p:nvPr/>
          </p:nvPicPr>
          <p:blipFill>
            <a:blip r:embed="rId3"/>
            <a:stretch/>
          </p:blipFill>
          <p:spPr>
            <a:xfrm rot="17048400">
              <a:off x="-389160" y="-19440"/>
              <a:ext cx="841320" cy="840960"/>
            </a:xfrm>
            <a:prstGeom prst="rect">
              <a:avLst/>
            </a:prstGeom>
            <a:ln w="0">
              <a:noFill/>
            </a:ln>
          </p:spPr>
        </p:pic>
        <p:pic>
          <p:nvPicPr>
            <p:cNvPr id="174" name="Google Shape;298;p23"/>
            <p:cNvPicPr/>
            <p:nvPr/>
          </p:nvPicPr>
          <p:blipFill>
            <a:blip r:embed="rId4"/>
            <a:stretch/>
          </p:blipFill>
          <p:spPr>
            <a:xfrm rot="7032000">
              <a:off x="8650080" y="3273480"/>
              <a:ext cx="905760" cy="905760"/>
            </a:xfrm>
            <a:prstGeom prst="rect">
              <a:avLst/>
            </a:prstGeom>
            <a:ln w="0">
              <a:noFill/>
            </a:ln>
          </p:spPr>
        </p:pic>
      </p:grpSp>
      <p:grpSp>
        <p:nvGrpSpPr>
          <p:cNvPr id="175" name="Google Shape;299;p23"/>
          <p:cNvGrpSpPr/>
          <p:nvPr/>
        </p:nvGrpSpPr>
        <p:grpSpPr>
          <a:xfrm>
            <a:off x="3199320" y="4837320"/>
            <a:ext cx="519120" cy="68040"/>
            <a:chOff x="3199320" y="4837320"/>
            <a:chExt cx="519120" cy="68040"/>
          </a:xfrm>
        </p:grpSpPr>
        <p:sp>
          <p:nvSpPr>
            <p:cNvPr id="176" name="Google Shape;300;p23"/>
            <p:cNvSpPr/>
            <p:nvPr/>
          </p:nvSpPr>
          <p:spPr>
            <a:xfrm>
              <a:off x="3199320" y="483732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77" name="Google Shape;301;p23"/>
            <p:cNvSpPr/>
            <p:nvPr/>
          </p:nvSpPr>
          <p:spPr>
            <a:xfrm>
              <a:off x="3425040" y="483732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78" name="Google Shape;302;p23"/>
            <p:cNvSpPr/>
            <p:nvPr/>
          </p:nvSpPr>
          <p:spPr>
            <a:xfrm>
              <a:off x="3650400" y="483732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Tree>
  </p:cSld>
  <p:clrMap bg1="lt1" tx1="dk1" bg2="lt2" tx2="dk2" accent1="accent1" accent2="accent2" accent3="accent3" accent4="accent4" accent5="accent5" accent6="accent6" hlink="hlink" folHlink="folHlink"/>
  <p:sldLayoutIdLst>
    <p:sldLayoutId id="214748367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79"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
        <p:nvSpPr>
          <p:cNvPr id="180" name="PlaceHolder 2"/>
          <p:cNvSpPr>
            <a:spLocks noGrp="1"/>
          </p:cNvSpPr>
          <p:nvPr>
            <p:ph type="body"/>
          </p:nvPr>
        </p:nvSpPr>
        <p:spPr>
          <a:xfrm>
            <a:off x="720000" y="1292040"/>
            <a:ext cx="3493800" cy="186372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2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2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2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2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12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12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12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83" name="PlaceHolder 1"/>
          <p:cNvSpPr>
            <a:spLocks noGrp="1"/>
          </p:cNvSpPr>
          <p:nvPr>
            <p:ph type="title"/>
          </p:nvPr>
        </p:nvSpPr>
        <p:spPr>
          <a:xfrm>
            <a:off x="720000" y="44820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grpSp>
        <p:nvGrpSpPr>
          <p:cNvPr id="184" name="Google Shape;49;p5"/>
          <p:cNvGrpSpPr/>
          <p:nvPr/>
        </p:nvGrpSpPr>
        <p:grpSpPr>
          <a:xfrm>
            <a:off x="7191360" y="-770040"/>
            <a:ext cx="2826000" cy="5824440"/>
            <a:chOff x="7191360" y="-770040"/>
            <a:chExt cx="2826000" cy="5824440"/>
          </a:xfrm>
        </p:grpSpPr>
        <p:pic>
          <p:nvPicPr>
            <p:cNvPr id="185" name="Google Shape;50;p5"/>
            <p:cNvPicPr/>
            <p:nvPr/>
          </p:nvPicPr>
          <p:blipFill>
            <a:blip r:embed="rId3"/>
            <a:stretch/>
          </p:blipFill>
          <p:spPr>
            <a:xfrm>
              <a:off x="7191360" y="-770040"/>
              <a:ext cx="1682280" cy="1682280"/>
            </a:xfrm>
            <a:prstGeom prst="rect">
              <a:avLst/>
            </a:prstGeom>
            <a:ln w="0">
              <a:noFill/>
            </a:ln>
          </p:spPr>
        </p:pic>
        <p:pic>
          <p:nvPicPr>
            <p:cNvPr id="186" name="Google Shape;51;p5"/>
            <p:cNvPicPr/>
            <p:nvPr/>
          </p:nvPicPr>
          <p:blipFill>
            <a:blip r:embed="rId4"/>
            <a:stretch/>
          </p:blipFill>
          <p:spPr>
            <a:xfrm rot="4366800">
              <a:off x="8460720" y="3497760"/>
              <a:ext cx="1382760" cy="1382760"/>
            </a:xfrm>
            <a:prstGeom prst="rect">
              <a:avLst/>
            </a:prstGeom>
            <a:ln w="0">
              <a:noFill/>
            </a:ln>
          </p:spPr>
        </p:pic>
      </p:grpSp>
      <p:sp>
        <p:nvSpPr>
          <p:cNvPr id="187" name="Google Shape;52;p5"/>
          <p:cNvSpPr/>
          <p:nvPr/>
        </p:nvSpPr>
        <p:spPr>
          <a:xfrm>
            <a:off x="-1238400" y="116280"/>
            <a:ext cx="1598760" cy="33156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nvGrpSpPr>
          <p:cNvPr id="188" name="Google Shape;53;p5"/>
          <p:cNvGrpSpPr/>
          <p:nvPr/>
        </p:nvGrpSpPr>
        <p:grpSpPr>
          <a:xfrm>
            <a:off x="4074480" y="4757760"/>
            <a:ext cx="519120" cy="68040"/>
            <a:chOff x="4074480" y="4757760"/>
            <a:chExt cx="519120" cy="68040"/>
          </a:xfrm>
        </p:grpSpPr>
        <p:sp>
          <p:nvSpPr>
            <p:cNvPr id="189" name="Google Shape;54;p5"/>
            <p:cNvSpPr/>
            <p:nvPr/>
          </p:nvSpPr>
          <p:spPr>
            <a:xfrm>
              <a:off x="4074480" y="475776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90" name="Google Shape;55;p5"/>
            <p:cNvSpPr/>
            <p:nvPr/>
          </p:nvSpPr>
          <p:spPr>
            <a:xfrm>
              <a:off x="4300200" y="475776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91" name="Google Shape;56;p5"/>
            <p:cNvSpPr/>
            <p:nvPr/>
          </p:nvSpPr>
          <p:spPr>
            <a:xfrm>
              <a:off x="4525560" y="475776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Tree>
  </p:cSld>
  <p:clrMap bg1="lt1" tx1="dk1" bg2="lt2" tx2="dk2" accent1="accent1" accent2="accent2" accent3="accent3" accent4="accent4" accent5="accent5" accent6="accent6" hlink="hlink" folHlink="folHlink"/>
  <p:sldLayoutIdLst>
    <p:sldLayoutId id="214748368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9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
        <p:nvSpPr>
          <p:cNvPr id="196" name="Google Shape;59;p6"/>
          <p:cNvSpPr/>
          <p:nvPr/>
        </p:nvSpPr>
        <p:spPr>
          <a:xfrm>
            <a:off x="8722080" y="1686960"/>
            <a:ext cx="1598760" cy="33156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nvGrpSpPr>
          <p:cNvPr id="197" name="Google Shape;60;p6"/>
          <p:cNvGrpSpPr/>
          <p:nvPr/>
        </p:nvGrpSpPr>
        <p:grpSpPr>
          <a:xfrm>
            <a:off x="232560" y="743760"/>
            <a:ext cx="6302880" cy="4223160"/>
            <a:chOff x="232560" y="743760"/>
            <a:chExt cx="6302880" cy="4223160"/>
          </a:xfrm>
        </p:grpSpPr>
        <p:grpSp>
          <p:nvGrpSpPr>
            <p:cNvPr id="198" name="Google Shape;61;p6"/>
            <p:cNvGrpSpPr/>
            <p:nvPr/>
          </p:nvGrpSpPr>
          <p:grpSpPr>
            <a:xfrm>
              <a:off x="6016320" y="4898880"/>
              <a:ext cx="519120" cy="68040"/>
              <a:chOff x="6016320" y="4898880"/>
              <a:chExt cx="519120" cy="68040"/>
            </a:xfrm>
          </p:grpSpPr>
          <p:sp>
            <p:nvSpPr>
              <p:cNvPr id="199" name="Google Shape;62;p6"/>
              <p:cNvSpPr/>
              <p:nvPr/>
            </p:nvSpPr>
            <p:spPr>
              <a:xfrm>
                <a:off x="6016320" y="489888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200" name="Google Shape;63;p6"/>
              <p:cNvSpPr/>
              <p:nvPr/>
            </p:nvSpPr>
            <p:spPr>
              <a:xfrm>
                <a:off x="6241680" y="489888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201" name="Google Shape;64;p6"/>
              <p:cNvSpPr/>
              <p:nvPr/>
            </p:nvSpPr>
            <p:spPr>
              <a:xfrm>
                <a:off x="6467400" y="489888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nvGrpSpPr>
            <p:cNvPr id="202" name="Google Shape;65;p6"/>
            <p:cNvGrpSpPr/>
            <p:nvPr/>
          </p:nvGrpSpPr>
          <p:grpSpPr>
            <a:xfrm>
              <a:off x="232560" y="743760"/>
              <a:ext cx="68040" cy="518760"/>
              <a:chOff x="232560" y="743760"/>
              <a:chExt cx="68040" cy="518760"/>
            </a:xfrm>
          </p:grpSpPr>
          <p:sp>
            <p:nvSpPr>
              <p:cNvPr id="203" name="Google Shape;66;p6"/>
              <p:cNvSpPr/>
              <p:nvPr/>
            </p:nvSpPr>
            <p:spPr>
              <a:xfrm rot="5400000">
                <a:off x="232560" y="74376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204" name="Google Shape;67;p6"/>
              <p:cNvSpPr/>
              <p:nvPr/>
            </p:nvSpPr>
            <p:spPr>
              <a:xfrm rot="5400000">
                <a:off x="232560" y="96912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205" name="Google Shape;68;p6"/>
              <p:cNvSpPr/>
              <p:nvPr/>
            </p:nvSpPr>
            <p:spPr>
              <a:xfrm rot="5400000">
                <a:off x="232560" y="119448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grpSp>
        <p:nvGrpSpPr>
          <p:cNvPr id="206" name="Google Shape;69;p6"/>
          <p:cNvGrpSpPr/>
          <p:nvPr/>
        </p:nvGrpSpPr>
        <p:grpSpPr>
          <a:xfrm>
            <a:off x="-544320" y="-414720"/>
            <a:ext cx="10948680" cy="6154920"/>
            <a:chOff x="-544320" y="-414720"/>
            <a:chExt cx="10948680" cy="6154920"/>
          </a:xfrm>
        </p:grpSpPr>
        <p:pic>
          <p:nvPicPr>
            <p:cNvPr id="207" name="Google Shape;70;p6"/>
            <p:cNvPicPr/>
            <p:nvPr/>
          </p:nvPicPr>
          <p:blipFill>
            <a:blip r:embed="rId3"/>
            <a:stretch/>
          </p:blipFill>
          <p:spPr>
            <a:xfrm rot="10800000">
              <a:off x="-544320" y="1976400"/>
              <a:ext cx="903960" cy="903960"/>
            </a:xfrm>
            <a:prstGeom prst="rect">
              <a:avLst/>
            </a:prstGeom>
            <a:ln w="0">
              <a:noFill/>
            </a:ln>
          </p:spPr>
        </p:pic>
        <p:pic>
          <p:nvPicPr>
            <p:cNvPr id="208" name="Google Shape;71;p6"/>
            <p:cNvPicPr/>
            <p:nvPr/>
          </p:nvPicPr>
          <p:blipFill>
            <a:blip r:embed="rId4"/>
            <a:stretch/>
          </p:blipFill>
          <p:spPr>
            <a:xfrm rot="10800000">
              <a:off x="1131120" y="4899240"/>
              <a:ext cx="841320" cy="840960"/>
            </a:xfrm>
            <a:prstGeom prst="rect">
              <a:avLst/>
            </a:prstGeom>
            <a:ln w="0">
              <a:noFill/>
            </a:ln>
          </p:spPr>
        </p:pic>
        <p:pic>
          <p:nvPicPr>
            <p:cNvPr id="209" name="Google Shape;72;p6"/>
            <p:cNvPicPr/>
            <p:nvPr/>
          </p:nvPicPr>
          <p:blipFill>
            <a:blip r:embed="rId5"/>
            <a:stretch/>
          </p:blipFill>
          <p:spPr>
            <a:xfrm>
              <a:off x="8722080" y="-414720"/>
              <a:ext cx="1682280" cy="1682280"/>
            </a:xfrm>
            <a:prstGeom prst="rect">
              <a:avLst/>
            </a:prstGeom>
            <a:ln w="0">
              <a:noFill/>
            </a:ln>
          </p:spPr>
        </p:pic>
      </p:grpSp>
    </p:spTree>
  </p:cSld>
  <p:clrMap bg1="lt1" tx1="dk1" bg2="lt2" tx2="dk2" accent1="accent1" accent2="accent2" accent3="accent3" accent4="accent4" accent5="accent5" accent6="accent6" hlink="hlink" folHlink="folHlink"/>
  <p:sldLayoutIdLst>
    <p:sldLayoutId id="214748368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11" name="PlaceHolder 1"/>
          <p:cNvSpPr>
            <a:spLocks noGrp="1"/>
          </p:cNvSpPr>
          <p:nvPr>
            <p:ph type="title"/>
          </p:nvPr>
        </p:nvSpPr>
        <p:spPr>
          <a:xfrm>
            <a:off x="4021560" y="1213560"/>
            <a:ext cx="4294440" cy="572400"/>
          </a:xfrm>
          <a:prstGeom prst="rect">
            <a:avLst/>
          </a:prstGeom>
          <a:noFill/>
          <a:ln w="0">
            <a:noFill/>
          </a:ln>
        </p:spPr>
        <p:txBody>
          <a:bodyPr lIns="91440" tIns="91440" rIns="91440" bIns="91440" anchor="b">
            <a:noAutofit/>
          </a:bodyPr>
          <a:lstStyle/>
          <a:p>
            <a:pPr indent="0">
              <a:buNone/>
            </a:pPr>
            <a:r>
              <a:rPr lang="fr-FR" sz="3000" b="0" strike="noStrike" spc="-1">
                <a:solidFill>
                  <a:schemeClr val="dk1"/>
                </a:solidFill>
                <a:latin typeface="Arial"/>
              </a:rPr>
              <a:t>Click to edit the title text format</a:t>
            </a:r>
          </a:p>
        </p:txBody>
      </p:sp>
      <p:sp>
        <p:nvSpPr>
          <p:cNvPr id="212" name="PlaceHolder 2"/>
          <p:cNvSpPr>
            <a:spLocks noGrp="1"/>
          </p:cNvSpPr>
          <p:nvPr>
            <p:ph type="body"/>
          </p:nvPr>
        </p:nvSpPr>
        <p:spPr>
          <a:xfrm>
            <a:off x="0" y="0"/>
            <a:ext cx="3453120" cy="5143320"/>
          </a:xfrm>
          <a:prstGeom prst="rect">
            <a:avLst/>
          </a:prstGeom>
          <a:noFill/>
          <a:ln w="9360">
            <a:solidFill>
              <a:schemeClr val="dk1"/>
            </a:solidFill>
            <a:round/>
          </a:ln>
        </p:spPr>
        <p:txBody>
          <a:bodyPr lIns="90000" tIns="45000" rIns="90000" bIns="45000" anchor="t">
            <a:normAutofit fontScale="98333" lnSpcReduction="10000"/>
          </a:bodyPr>
          <a:lstStyle/>
          <a:p>
            <a:pPr marL="432000" indent="-324000">
              <a:spcBef>
                <a:spcPts val="1417"/>
              </a:spcBef>
              <a:buClr>
                <a:srgbClr val="FFFFFF"/>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1800" b="0" strike="noStrike" spc="-1">
                <a:solidFill>
                  <a:srgbClr val="000000"/>
                </a:solidFill>
                <a:latin typeface="Arial"/>
              </a:rPr>
              <a:t>Seventh Outline Level</a:t>
            </a:r>
          </a:p>
        </p:txBody>
      </p:sp>
      <p:grpSp>
        <p:nvGrpSpPr>
          <p:cNvPr id="213" name="Google Shape;77;p7"/>
          <p:cNvGrpSpPr/>
          <p:nvPr/>
        </p:nvGrpSpPr>
        <p:grpSpPr>
          <a:xfrm>
            <a:off x="3889440" y="-1198080"/>
            <a:ext cx="5945040" cy="6862680"/>
            <a:chOff x="3889440" y="-1198080"/>
            <a:chExt cx="5945040" cy="6862680"/>
          </a:xfrm>
        </p:grpSpPr>
        <p:pic>
          <p:nvPicPr>
            <p:cNvPr id="214" name="Google Shape;78;p7"/>
            <p:cNvPicPr/>
            <p:nvPr/>
          </p:nvPicPr>
          <p:blipFill>
            <a:blip r:embed="rId3"/>
            <a:stretch/>
          </p:blipFill>
          <p:spPr>
            <a:xfrm rot="18900000">
              <a:off x="8798760" y="501480"/>
              <a:ext cx="857880" cy="857880"/>
            </a:xfrm>
            <a:prstGeom prst="rect">
              <a:avLst/>
            </a:prstGeom>
            <a:ln w="0">
              <a:noFill/>
            </a:ln>
          </p:spPr>
        </p:pic>
        <p:pic>
          <p:nvPicPr>
            <p:cNvPr id="215" name="Google Shape;79;p7"/>
            <p:cNvPicPr/>
            <p:nvPr/>
          </p:nvPicPr>
          <p:blipFill>
            <a:blip r:embed="rId4"/>
            <a:stretch/>
          </p:blipFill>
          <p:spPr>
            <a:xfrm rot="1800000">
              <a:off x="6252840" y="-945000"/>
              <a:ext cx="1382760" cy="1382760"/>
            </a:xfrm>
            <a:prstGeom prst="rect">
              <a:avLst/>
            </a:prstGeom>
            <a:ln w="0">
              <a:noFill/>
            </a:ln>
          </p:spPr>
        </p:pic>
        <p:pic>
          <p:nvPicPr>
            <p:cNvPr id="216" name="Google Shape;80;p7"/>
            <p:cNvPicPr/>
            <p:nvPr/>
          </p:nvPicPr>
          <p:blipFill>
            <a:blip r:embed="rId5"/>
            <a:stretch/>
          </p:blipFill>
          <p:spPr>
            <a:xfrm rot="14145600">
              <a:off x="4052880" y="4659480"/>
              <a:ext cx="841320" cy="840960"/>
            </a:xfrm>
            <a:prstGeom prst="rect">
              <a:avLst/>
            </a:prstGeom>
            <a:ln w="0">
              <a:noFill/>
            </a:ln>
          </p:spPr>
        </p:pic>
      </p:grpSp>
      <p:grpSp>
        <p:nvGrpSpPr>
          <p:cNvPr id="217" name="Google Shape;81;p7"/>
          <p:cNvGrpSpPr/>
          <p:nvPr/>
        </p:nvGrpSpPr>
        <p:grpSpPr>
          <a:xfrm>
            <a:off x="3819960" y="255240"/>
            <a:ext cx="519120" cy="68040"/>
            <a:chOff x="3819960" y="255240"/>
            <a:chExt cx="519120" cy="68040"/>
          </a:xfrm>
        </p:grpSpPr>
        <p:sp>
          <p:nvSpPr>
            <p:cNvPr id="218" name="Google Shape;82;p7"/>
            <p:cNvSpPr/>
            <p:nvPr/>
          </p:nvSpPr>
          <p:spPr>
            <a:xfrm>
              <a:off x="3819960" y="25524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219" name="Google Shape;83;p7"/>
            <p:cNvSpPr/>
            <p:nvPr/>
          </p:nvSpPr>
          <p:spPr>
            <a:xfrm>
              <a:off x="4045680" y="25524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220" name="Google Shape;84;p7"/>
            <p:cNvSpPr/>
            <p:nvPr/>
          </p:nvSpPr>
          <p:spPr>
            <a:xfrm>
              <a:off x="4271040" y="25524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Tree>
  </p:cSld>
  <p:clrMap bg1="lt1" tx1="dk1" bg2="lt2" tx2="dk2" accent1="accent1" accent2="accent2" accent3="accent3" accent4="accent4" accent5="accent5" accent6="accent6" hlink="hlink" folHlink="folHlink"/>
  <p:sldLayoutIdLst>
    <p:sldLayoutId id="214748368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21" name="PlaceHolder 1"/>
          <p:cNvSpPr>
            <a:spLocks noGrp="1"/>
          </p:cNvSpPr>
          <p:nvPr>
            <p:ph type="title"/>
          </p:nvPr>
        </p:nvSpPr>
        <p:spPr>
          <a:xfrm>
            <a:off x="2318040" y="1307160"/>
            <a:ext cx="4507920" cy="2529000"/>
          </a:xfrm>
          <a:prstGeom prst="rect">
            <a:avLst/>
          </a:prstGeom>
          <a:noFill/>
          <a:ln w="0">
            <a:noFill/>
          </a:ln>
        </p:spPr>
        <p:txBody>
          <a:bodyPr lIns="91440" tIns="91440" rIns="91440" bIns="91440" anchor="ctr">
            <a:noAutofit/>
          </a:bodyPr>
          <a:lstStyle/>
          <a:p>
            <a:pPr indent="0">
              <a:buNone/>
            </a:pPr>
            <a:r>
              <a:rPr lang="fr-FR" sz="10000" b="0" strike="noStrike" spc="-1">
                <a:solidFill>
                  <a:schemeClr val="dk1"/>
                </a:solidFill>
                <a:latin typeface="Arial"/>
              </a:rPr>
              <a:t>Click to edit the title text format</a:t>
            </a:r>
          </a:p>
        </p:txBody>
      </p:sp>
      <p:grpSp>
        <p:nvGrpSpPr>
          <p:cNvPr id="222" name="Google Shape;87;p8"/>
          <p:cNvGrpSpPr/>
          <p:nvPr/>
        </p:nvGrpSpPr>
        <p:grpSpPr>
          <a:xfrm>
            <a:off x="329760" y="235800"/>
            <a:ext cx="7957440" cy="4627440"/>
            <a:chOff x="329760" y="235800"/>
            <a:chExt cx="7957440" cy="4627440"/>
          </a:xfrm>
        </p:grpSpPr>
        <p:grpSp>
          <p:nvGrpSpPr>
            <p:cNvPr id="223" name="Google Shape;88;p8"/>
            <p:cNvGrpSpPr/>
            <p:nvPr/>
          </p:nvGrpSpPr>
          <p:grpSpPr>
            <a:xfrm>
              <a:off x="7768080" y="235800"/>
              <a:ext cx="519120" cy="68040"/>
              <a:chOff x="7768080" y="235800"/>
              <a:chExt cx="519120" cy="68040"/>
            </a:xfrm>
          </p:grpSpPr>
          <p:sp>
            <p:nvSpPr>
              <p:cNvPr id="224" name="Google Shape;89;p8"/>
              <p:cNvSpPr/>
              <p:nvPr/>
            </p:nvSpPr>
            <p:spPr>
              <a:xfrm>
                <a:off x="7768080" y="23580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225" name="Google Shape;90;p8"/>
              <p:cNvSpPr/>
              <p:nvPr/>
            </p:nvSpPr>
            <p:spPr>
              <a:xfrm>
                <a:off x="7993800" y="23580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226" name="Google Shape;91;p8"/>
              <p:cNvSpPr/>
              <p:nvPr/>
            </p:nvSpPr>
            <p:spPr>
              <a:xfrm>
                <a:off x="8219160" y="23580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nvGrpSpPr>
            <p:cNvPr id="227" name="Google Shape;92;p8"/>
            <p:cNvGrpSpPr/>
            <p:nvPr/>
          </p:nvGrpSpPr>
          <p:grpSpPr>
            <a:xfrm>
              <a:off x="329760" y="4344480"/>
              <a:ext cx="68040" cy="518760"/>
              <a:chOff x="329760" y="4344480"/>
              <a:chExt cx="68040" cy="518760"/>
            </a:xfrm>
          </p:grpSpPr>
          <p:sp>
            <p:nvSpPr>
              <p:cNvPr id="228" name="Google Shape;93;p8"/>
              <p:cNvSpPr/>
              <p:nvPr/>
            </p:nvSpPr>
            <p:spPr>
              <a:xfrm rot="5400000">
                <a:off x="329760" y="434448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229" name="Google Shape;94;p8"/>
              <p:cNvSpPr/>
              <p:nvPr/>
            </p:nvSpPr>
            <p:spPr>
              <a:xfrm rot="5400000">
                <a:off x="329760" y="456984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230" name="Google Shape;95;p8"/>
              <p:cNvSpPr/>
              <p:nvPr/>
            </p:nvSpPr>
            <p:spPr>
              <a:xfrm rot="5400000">
                <a:off x="329760" y="479520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grpSp>
        <p:nvGrpSpPr>
          <p:cNvPr id="231" name="Google Shape;96;p8"/>
          <p:cNvGrpSpPr/>
          <p:nvPr/>
        </p:nvGrpSpPr>
        <p:grpSpPr>
          <a:xfrm>
            <a:off x="1726200" y="-386640"/>
            <a:ext cx="8585640" cy="6281280"/>
            <a:chOff x="1726200" y="-386640"/>
            <a:chExt cx="8585640" cy="6281280"/>
          </a:xfrm>
        </p:grpSpPr>
        <p:pic>
          <p:nvPicPr>
            <p:cNvPr id="232" name="Google Shape;97;p8"/>
            <p:cNvPicPr/>
            <p:nvPr/>
          </p:nvPicPr>
          <p:blipFill>
            <a:blip r:embed="rId3"/>
            <a:stretch/>
          </p:blipFill>
          <p:spPr>
            <a:xfrm rot="10800000">
              <a:off x="1726200" y="-386640"/>
              <a:ext cx="841320" cy="840960"/>
            </a:xfrm>
            <a:prstGeom prst="rect">
              <a:avLst/>
            </a:prstGeom>
            <a:ln w="0">
              <a:noFill/>
            </a:ln>
          </p:spPr>
        </p:pic>
        <p:pic>
          <p:nvPicPr>
            <p:cNvPr id="233" name="Google Shape;98;p8"/>
            <p:cNvPicPr/>
            <p:nvPr/>
          </p:nvPicPr>
          <p:blipFill>
            <a:blip r:embed="rId4"/>
            <a:stretch/>
          </p:blipFill>
          <p:spPr>
            <a:xfrm>
              <a:off x="8629560" y="1719000"/>
              <a:ext cx="1682280" cy="1682280"/>
            </a:xfrm>
            <a:prstGeom prst="rect">
              <a:avLst/>
            </a:prstGeom>
            <a:ln w="0">
              <a:noFill/>
            </a:ln>
          </p:spPr>
        </p:pic>
        <p:pic>
          <p:nvPicPr>
            <p:cNvPr id="234" name="Google Shape;99;p8"/>
            <p:cNvPicPr/>
            <p:nvPr/>
          </p:nvPicPr>
          <p:blipFill>
            <a:blip r:embed="rId5"/>
            <a:stretch/>
          </p:blipFill>
          <p:spPr>
            <a:xfrm rot="12600000">
              <a:off x="6244200" y="4822920"/>
              <a:ext cx="905760" cy="905760"/>
            </a:xfrm>
            <a:prstGeom prst="rect">
              <a:avLst/>
            </a:prstGeom>
            <a:ln w="0">
              <a:noFill/>
            </a:ln>
          </p:spPr>
        </p:pic>
      </p:grpSp>
    </p:spTree>
  </p:cSld>
  <p:clrMap bg1="lt1" tx1="dk1" bg2="lt2" tx2="dk2" accent1="accent1" accent2="accent2" accent3="accent3" accent4="accent4" accent5="accent5" accent6="accent6" hlink="hlink" folHlink="folHlink"/>
  <p:sldLayoutIdLst>
    <p:sldLayoutId id="214748368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35" name="PlaceHolder 1"/>
          <p:cNvSpPr>
            <a:spLocks noGrp="1"/>
          </p:cNvSpPr>
          <p:nvPr>
            <p:ph type="title"/>
          </p:nvPr>
        </p:nvSpPr>
        <p:spPr>
          <a:xfrm>
            <a:off x="2135520" y="1189080"/>
            <a:ext cx="4872600" cy="1964160"/>
          </a:xfrm>
          <a:prstGeom prst="rect">
            <a:avLst/>
          </a:prstGeom>
          <a:noFill/>
          <a:ln w="0">
            <a:noFill/>
          </a:ln>
        </p:spPr>
        <p:txBody>
          <a:bodyPr lIns="91440" tIns="91440" rIns="91440" bIns="91440" anchor="ctr">
            <a:noAutofit/>
          </a:bodyPr>
          <a:lstStyle/>
          <a:p>
            <a:pPr indent="0">
              <a:buNone/>
            </a:pPr>
            <a:r>
              <a:rPr lang="fr-FR" sz="15000" b="0" strike="noStrike" spc="-1">
                <a:solidFill>
                  <a:schemeClr val="dk1"/>
                </a:solidFill>
                <a:latin typeface="Arial"/>
              </a:rPr>
              <a:t>Click to edit the title text format</a:t>
            </a:r>
          </a:p>
        </p:txBody>
      </p:sp>
      <p:grpSp>
        <p:nvGrpSpPr>
          <p:cNvPr id="236" name="Google Shape;103;p9"/>
          <p:cNvGrpSpPr/>
          <p:nvPr/>
        </p:nvGrpSpPr>
        <p:grpSpPr>
          <a:xfrm>
            <a:off x="-372600" y="1613160"/>
            <a:ext cx="10429200" cy="3174120"/>
            <a:chOff x="-372600" y="1613160"/>
            <a:chExt cx="10429200" cy="3174120"/>
          </a:xfrm>
        </p:grpSpPr>
        <p:pic>
          <p:nvPicPr>
            <p:cNvPr id="237" name="Google Shape;104;p9"/>
            <p:cNvPicPr/>
            <p:nvPr/>
          </p:nvPicPr>
          <p:blipFill>
            <a:blip r:embed="rId3"/>
            <a:stretch/>
          </p:blipFill>
          <p:spPr>
            <a:xfrm rot="10800000">
              <a:off x="-372600" y="1613160"/>
              <a:ext cx="841320" cy="840960"/>
            </a:xfrm>
            <a:prstGeom prst="rect">
              <a:avLst/>
            </a:prstGeom>
            <a:ln w="0">
              <a:noFill/>
            </a:ln>
          </p:spPr>
        </p:pic>
        <p:pic>
          <p:nvPicPr>
            <p:cNvPr id="238" name="Google Shape;105;p9"/>
            <p:cNvPicPr/>
            <p:nvPr/>
          </p:nvPicPr>
          <p:blipFill>
            <a:blip r:embed="rId4"/>
            <a:stretch/>
          </p:blipFill>
          <p:spPr>
            <a:xfrm rot="17142600">
              <a:off x="8512200" y="3242880"/>
              <a:ext cx="1382760" cy="1382760"/>
            </a:xfrm>
            <a:prstGeom prst="rect">
              <a:avLst/>
            </a:prstGeom>
            <a:ln w="0">
              <a:noFill/>
            </a:ln>
          </p:spPr>
        </p:pic>
      </p:grpSp>
      <p:grpSp>
        <p:nvGrpSpPr>
          <p:cNvPr id="239" name="Google Shape;106;p9"/>
          <p:cNvGrpSpPr/>
          <p:nvPr/>
        </p:nvGrpSpPr>
        <p:grpSpPr>
          <a:xfrm>
            <a:off x="7967160" y="242280"/>
            <a:ext cx="1598760" cy="483840"/>
            <a:chOff x="7967160" y="242280"/>
            <a:chExt cx="1598760" cy="483840"/>
          </a:xfrm>
        </p:grpSpPr>
        <p:sp>
          <p:nvSpPr>
            <p:cNvPr id="240" name="Google Shape;107;p9"/>
            <p:cNvSpPr/>
            <p:nvPr/>
          </p:nvSpPr>
          <p:spPr>
            <a:xfrm>
              <a:off x="7967160" y="394560"/>
              <a:ext cx="1598760" cy="33156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241" name="Google Shape;108;p9"/>
            <p:cNvSpPr/>
            <p:nvPr/>
          </p:nvSpPr>
          <p:spPr>
            <a:xfrm>
              <a:off x="7967160" y="242280"/>
              <a:ext cx="1598760" cy="33156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Tree>
  </p:cSld>
  <p:clrMap bg1="lt1" tx1="dk1" bg2="lt2" tx2="dk2" accent1="accent1" accent2="accent2" accent3="accent3" accent4="accent4" accent5="accent5" accent6="accent6" hlink="hlink" folHlink="folHlink"/>
  <p:sldLayoutIdLst>
    <p:sldLayoutId id="214748368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42"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1800" b="0" strike="noStrike" spc="-1">
                <a:solidFill>
                  <a:srgbClr val="000000"/>
                </a:solidFill>
                <a:latin typeface="Arial"/>
              </a:rPr>
              <a:t>Seventh Outline Level</a:t>
            </a:r>
          </a:p>
        </p:txBody>
      </p:sp>
      <p:sp>
        <p:nvSpPr>
          <p:cNvPr id="243" name="PlaceHolder 2"/>
          <p:cNvSpPr>
            <a:spLocks noGrp="1"/>
          </p:cNvSpPr>
          <p:nvPr>
            <p:ph type="title"/>
          </p:nvPr>
        </p:nvSpPr>
        <p:spPr>
          <a:xfrm>
            <a:off x="1262880" y="3994920"/>
            <a:ext cx="6617880" cy="572400"/>
          </a:xfrm>
          <a:prstGeom prst="rect">
            <a:avLst/>
          </a:prstGeom>
          <a:solidFill>
            <a:schemeClr val="lt1"/>
          </a:solidFill>
          <a:ln w="0">
            <a:noFill/>
          </a:ln>
        </p:spPr>
        <p:txBody>
          <a:bodyPr lIns="91440" tIns="91440" rIns="91440" bIns="91440" anchor="t">
            <a:noAutofit/>
          </a:bodyPr>
          <a:lstStyle/>
          <a:p>
            <a:pPr indent="0">
              <a:buNone/>
            </a:pPr>
            <a:r>
              <a:rPr lang="fr-FR" sz="24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9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
        <p:nvSpPr>
          <p:cNvPr id="244" name="PlaceHolder 1"/>
          <p:cNvSpPr>
            <a:spLocks noGrp="1"/>
          </p:cNvSpPr>
          <p:nvPr>
            <p:ph type="title"/>
          </p:nvPr>
        </p:nvSpPr>
        <p:spPr>
          <a:xfrm>
            <a:off x="716760" y="511200"/>
            <a:ext cx="7710120" cy="482040"/>
          </a:xfrm>
          <a:prstGeom prst="rect">
            <a:avLst/>
          </a:prstGeom>
          <a:noFill/>
          <a:ln w="0">
            <a:noFill/>
          </a:ln>
        </p:spPr>
        <p:txBody>
          <a:bodyPr lIns="91440" tIns="91440" rIns="91440" bIns="91440" anchor="t">
            <a:noAutofit/>
          </a:bodyPr>
          <a:lstStyle/>
          <a:p>
            <a:pPr indent="0">
              <a:buNone/>
            </a:pPr>
            <a:r>
              <a:rPr lang="fr-FR" sz="24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9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3.xml"/><Relationship Id="rId5" Type="http://schemas.openxmlformats.org/officeDocument/2006/relationships/image" Target="../media/image12.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png"/><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diagramLayout" Target="../diagrams/layout1.xml"/><Relationship Id="rId7" Type="http://schemas.openxmlformats.org/officeDocument/2006/relationships/image" Target="../media/image19.pn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11" Type="http://schemas.openxmlformats.org/officeDocument/2006/relationships/image" Target="../media/image5.png"/><Relationship Id="rId5" Type="http://schemas.openxmlformats.org/officeDocument/2006/relationships/diagramColors" Target="../diagrams/colors1.xml"/><Relationship Id="rId10" Type="http://schemas.microsoft.com/office/2007/relationships/hdphoto" Target="../media/hdphoto3.wdp"/><Relationship Id="rId4" Type="http://schemas.openxmlformats.org/officeDocument/2006/relationships/diagramQuickStyle" Target="../diagrams/quickStyle1.xml"/><Relationship Id="rId9"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 name="PlaceHolder 1"/>
          <p:cNvSpPr>
            <a:spLocks noGrp="1"/>
          </p:cNvSpPr>
          <p:nvPr>
            <p:ph type="title"/>
          </p:nvPr>
        </p:nvSpPr>
        <p:spPr>
          <a:xfrm>
            <a:off x="714240" y="1428840"/>
            <a:ext cx="6038640" cy="1609200"/>
          </a:xfrm>
          <a:prstGeom prst="rect">
            <a:avLst/>
          </a:prstGeom>
          <a:noFill/>
          <a:ln w="0">
            <a:noFill/>
          </a:ln>
        </p:spPr>
        <p:txBody>
          <a:bodyPr lIns="91440" tIns="91440" rIns="91440" bIns="91440" anchor="b">
            <a:normAutofit/>
          </a:bodyPr>
          <a:lstStyle/>
          <a:p>
            <a:pPr indent="0">
              <a:lnSpc>
                <a:spcPct val="100000"/>
              </a:lnSpc>
              <a:spcAft>
                <a:spcPts val="201"/>
              </a:spcAft>
              <a:buNone/>
              <a:tabLst>
                <a:tab pos="0" algn="l"/>
              </a:tabLst>
            </a:pPr>
            <a:r>
              <a:rPr lang="en" sz="4500" b="0" strike="noStrike" spc="-1" dirty="0">
                <a:solidFill>
                  <a:schemeClr val="dk1"/>
                </a:solidFill>
                <a:latin typeface="Montserrat ExtraBold"/>
                <a:ea typeface="Montserrat ExtraBold"/>
              </a:rPr>
              <a:t>Paisa</a:t>
            </a:r>
            <a:endParaRPr lang="fr-FR" sz="4500" b="0" strike="noStrike" spc="-1" dirty="0">
              <a:solidFill>
                <a:schemeClr val="dk1"/>
              </a:solidFill>
              <a:latin typeface="Arial"/>
            </a:endParaRPr>
          </a:p>
        </p:txBody>
      </p:sp>
      <p:sp>
        <p:nvSpPr>
          <p:cNvPr id="246" name="PlaceHolder 2"/>
          <p:cNvSpPr>
            <a:spLocks noGrp="1"/>
          </p:cNvSpPr>
          <p:nvPr>
            <p:ph type="subTitle"/>
          </p:nvPr>
        </p:nvSpPr>
        <p:spPr>
          <a:xfrm>
            <a:off x="714239" y="3162239"/>
            <a:ext cx="4211227" cy="1225344"/>
          </a:xfrm>
          <a:prstGeom prst="rect">
            <a:avLst/>
          </a:prstGeom>
          <a:noFill/>
          <a:ln w="0">
            <a:noFill/>
          </a:ln>
        </p:spPr>
        <p:txBody>
          <a:bodyPr lIns="91440" tIns="91440" rIns="91440" bIns="91440" anchor="t">
            <a:normAutofit fontScale="96933"/>
          </a:bodyPr>
          <a:lstStyle/>
          <a:p>
            <a:pPr indent="0">
              <a:lnSpc>
                <a:spcPct val="100000"/>
              </a:lnSpc>
              <a:buNone/>
              <a:tabLst>
                <a:tab pos="0" algn="l"/>
              </a:tabLst>
            </a:pPr>
            <a:r>
              <a:rPr lang="en" sz="1400" b="0" strike="noStrike" spc="-1" dirty="0">
                <a:solidFill>
                  <a:schemeClr val="dk1"/>
                </a:solidFill>
                <a:latin typeface="DM Sans"/>
                <a:ea typeface="DM Sans"/>
              </a:rPr>
              <a:t>A comprehensive AI-powered finance platform for personal finance management.</a:t>
            </a:r>
            <a:endParaRPr lang="en-US" sz="1400" b="0" strike="noStrike" spc="-1" dirty="0">
              <a:solidFill>
                <a:srgbClr val="FFFFFF"/>
              </a:solidFill>
              <a:latin typeface="OpenSymbol"/>
            </a:endParaRPr>
          </a:p>
        </p:txBody>
      </p:sp>
      <p:pic>
        <p:nvPicPr>
          <p:cNvPr id="3" name="Picture 2" descr="A green and black logo&#10;&#10;AI-generated content may be incorrect.">
            <a:extLst>
              <a:ext uri="{FF2B5EF4-FFF2-40B4-BE49-F238E27FC236}">
                <a16:creationId xmlns:a16="http://schemas.microsoft.com/office/drawing/2014/main" id="{88A5A103-4271-3BD0-A343-54786C2D287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4240" y="362380"/>
            <a:ext cx="1644758" cy="1644758"/>
          </a:xfrm>
          <a:prstGeom prst="rect">
            <a:avLst/>
          </a:prstGeom>
          <a:effectLst>
            <a:glow rad="228600">
              <a:schemeClr val="accent3">
                <a:satMod val="175000"/>
                <a:alpha val="40000"/>
              </a:schemeClr>
            </a:glow>
          </a:effectLst>
        </p:spPr>
      </p:pic>
      <p:sp>
        <p:nvSpPr>
          <p:cNvPr id="6" name="TextBox 5">
            <a:extLst>
              <a:ext uri="{FF2B5EF4-FFF2-40B4-BE49-F238E27FC236}">
                <a16:creationId xmlns:a16="http://schemas.microsoft.com/office/drawing/2014/main" id="{CEAF33C3-8CF1-1E60-DB4D-C33892020F7E}"/>
              </a:ext>
            </a:extLst>
          </p:cNvPr>
          <p:cNvSpPr txBox="1"/>
          <p:nvPr/>
        </p:nvSpPr>
        <p:spPr>
          <a:xfrm>
            <a:off x="3942285" y="397244"/>
            <a:ext cx="4894728" cy="646331"/>
          </a:xfrm>
          <a:prstGeom prst="rect">
            <a:avLst/>
          </a:prstGeom>
          <a:noFill/>
        </p:spPr>
        <p:txBody>
          <a:bodyPr wrap="square">
            <a:spAutoFit/>
          </a:bodyPr>
          <a:lstStyle/>
          <a:p>
            <a:r>
              <a:rPr lang="en" sz="3600" b="1" u="sng" strike="noStrike" spc="-1" dirty="0">
                <a:solidFill>
                  <a:schemeClr val="dk1"/>
                </a:solidFill>
                <a:latin typeface="Montserrat ExtraBold"/>
                <a:ea typeface="Montserrat ExtraBold"/>
              </a:rPr>
              <a:t>TITLE</a:t>
            </a:r>
            <a:endParaRPr lang="en-IN" sz="3600" b="1" u="sng"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PlaceHolder 1"/>
          <p:cNvSpPr>
            <a:spLocks noGrp="1"/>
          </p:cNvSpPr>
          <p:nvPr>
            <p:ph type="title"/>
          </p:nvPr>
        </p:nvSpPr>
        <p:spPr>
          <a:xfrm>
            <a:off x="342835" y="896331"/>
            <a:ext cx="3533400" cy="109512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2400" b="0" strike="noStrike" spc="-1" dirty="0">
                <a:solidFill>
                  <a:schemeClr val="dk1"/>
                </a:solidFill>
                <a:latin typeface="Montserrat ExtraBold"/>
                <a:ea typeface="Montserrat ExtraBold"/>
              </a:rPr>
              <a:t>Introduction</a:t>
            </a:r>
            <a:endParaRPr lang="fr-FR" sz="2400" b="0" strike="noStrike" spc="-1" dirty="0">
              <a:solidFill>
                <a:schemeClr val="dk1"/>
              </a:solidFill>
              <a:latin typeface="Arial"/>
            </a:endParaRPr>
          </a:p>
        </p:txBody>
      </p:sp>
      <p:sp>
        <p:nvSpPr>
          <p:cNvPr id="248" name="PlaceHolder 2"/>
          <p:cNvSpPr>
            <a:spLocks noGrp="1"/>
          </p:cNvSpPr>
          <p:nvPr>
            <p:ph type="subTitle"/>
          </p:nvPr>
        </p:nvSpPr>
        <p:spPr>
          <a:xfrm>
            <a:off x="2597203" y="276625"/>
            <a:ext cx="6385431" cy="3357923"/>
          </a:xfrm>
          <a:prstGeom prst="rect">
            <a:avLst/>
          </a:prstGeom>
          <a:noFill/>
          <a:ln w="0">
            <a:noFill/>
          </a:ln>
        </p:spPr>
        <p:txBody>
          <a:bodyPr lIns="91440" tIns="91440" rIns="91440" bIns="91440" anchor="t">
            <a:normAutofit/>
          </a:bodyPr>
          <a:lstStyle/>
          <a:p>
            <a:pPr>
              <a:buNone/>
            </a:pPr>
            <a:r>
              <a:rPr lang="en-US" sz="1400" b="1" spc="60" dirty="0">
                <a:latin typeface="DM Sans" pitchFamily="2" charset="0"/>
              </a:rPr>
              <a:t>Paisa </a:t>
            </a:r>
            <a:r>
              <a:rPr lang="en-US" sz="1400" spc="60" dirty="0">
                <a:latin typeface="DM Sans" pitchFamily="2" charset="0"/>
              </a:rPr>
              <a:t>is a modern, full-stack, AI-powered finance platform designed to simplify and enhance personal financial management.</a:t>
            </a:r>
          </a:p>
          <a:p>
            <a:pPr>
              <a:buNone/>
            </a:pPr>
            <a:r>
              <a:rPr lang="en-US" sz="1400" spc="60" dirty="0">
                <a:latin typeface="DM Sans" pitchFamily="2" charset="0"/>
              </a:rPr>
              <a:t>Built using cutting-edge technologies like </a:t>
            </a:r>
            <a:r>
              <a:rPr lang="en-US" sz="1400" b="1" spc="60" dirty="0">
                <a:latin typeface="DM Sans" pitchFamily="2" charset="0"/>
              </a:rPr>
              <a:t>Next.js</a:t>
            </a:r>
            <a:r>
              <a:rPr lang="en-US" sz="1400" spc="60" dirty="0">
                <a:latin typeface="DM Sans" pitchFamily="2" charset="0"/>
              </a:rPr>
              <a:t>, </a:t>
            </a:r>
            <a:r>
              <a:rPr lang="en-US" sz="1400" b="1" spc="60" dirty="0">
                <a:latin typeface="DM Sans" pitchFamily="2" charset="0"/>
              </a:rPr>
              <a:t>Prisma</a:t>
            </a:r>
            <a:r>
              <a:rPr lang="en-US" sz="1400" spc="60" dirty="0">
                <a:latin typeface="DM Sans" pitchFamily="2" charset="0"/>
              </a:rPr>
              <a:t>, </a:t>
            </a:r>
            <a:r>
              <a:rPr lang="en-US" sz="1400" b="1" spc="60" dirty="0">
                <a:latin typeface="DM Sans" pitchFamily="2" charset="0"/>
              </a:rPr>
              <a:t>Clerk</a:t>
            </a:r>
            <a:r>
              <a:rPr lang="en-US" sz="1400" spc="60" dirty="0">
                <a:latin typeface="DM Sans" pitchFamily="2" charset="0"/>
              </a:rPr>
              <a:t>, and </a:t>
            </a:r>
            <a:r>
              <a:rPr lang="en-US" sz="1400" b="1" spc="60" dirty="0">
                <a:latin typeface="DM Sans" pitchFamily="2" charset="0"/>
              </a:rPr>
              <a:t>Google Gemini AI</a:t>
            </a:r>
            <a:r>
              <a:rPr lang="en-US" sz="1400" spc="60" dirty="0">
                <a:latin typeface="DM Sans" pitchFamily="2" charset="0"/>
              </a:rPr>
              <a:t>, the application delivers an intelligent, secure, and responsive user experience.</a:t>
            </a:r>
          </a:p>
          <a:p>
            <a:r>
              <a:rPr lang="en-US" sz="1400" spc="60" dirty="0">
                <a:latin typeface="DM Sans" pitchFamily="2" charset="0"/>
              </a:rPr>
              <a:t>With powerful tools for budgeting, transaction tracking, and personalized financial insights, Paisa empowers users to make smarter money decisions—driven by real-time AI recommendations and a sleek, user-friendly interface.</a:t>
            </a:r>
          </a:p>
        </p:txBody>
      </p:sp>
      <p:pic>
        <p:nvPicPr>
          <p:cNvPr id="249" name="Google Shape;570;p45"/>
          <p:cNvPicPr/>
          <p:nvPr/>
        </p:nvPicPr>
        <p:blipFill>
          <a:blip r:embed="rId2"/>
          <a:srcRect t="23820" b="10990"/>
          <a:stretch/>
        </p:blipFill>
        <p:spPr>
          <a:xfrm>
            <a:off x="0" y="2405102"/>
            <a:ext cx="9143640" cy="2738217"/>
          </a:xfrm>
          <a:prstGeom prst="rect">
            <a:avLst/>
          </a:prstGeom>
          <a:ln w="9525">
            <a:solidFill>
              <a:srgbClr val="FFFFFF"/>
            </a:solidFill>
            <a:rou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PlaceHolder 1"/>
          <p:cNvSpPr>
            <a:spLocks noGrp="1"/>
          </p:cNvSpPr>
          <p:nvPr>
            <p:ph type="title"/>
          </p:nvPr>
        </p:nvSpPr>
        <p:spPr>
          <a:xfrm>
            <a:off x="76465" y="69156"/>
            <a:ext cx="3973021" cy="829876"/>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 sz="4500" b="0" strike="noStrike" spc="-1" dirty="0">
                <a:solidFill>
                  <a:schemeClr val="dk1"/>
                </a:solidFill>
                <a:latin typeface="Montserrat Medium"/>
                <a:ea typeface="Montserrat Medium"/>
              </a:rPr>
              <a:t>Main Purpose</a:t>
            </a:r>
            <a:endParaRPr lang="fr-FR" sz="4500" b="0" strike="noStrike" spc="-1" dirty="0">
              <a:solidFill>
                <a:schemeClr val="dk1"/>
              </a:solidFill>
              <a:latin typeface="Arial"/>
            </a:endParaRPr>
          </a:p>
        </p:txBody>
      </p:sp>
      <p:grpSp>
        <p:nvGrpSpPr>
          <p:cNvPr id="253" name="Google Shape;359;p31"/>
          <p:cNvGrpSpPr/>
          <p:nvPr/>
        </p:nvGrpSpPr>
        <p:grpSpPr>
          <a:xfrm>
            <a:off x="906480" y="2311920"/>
            <a:ext cx="7263360" cy="2040120"/>
            <a:chOff x="906480" y="2311920"/>
            <a:chExt cx="7263360" cy="2040120"/>
          </a:xfrm>
        </p:grpSpPr>
        <p:grpSp>
          <p:nvGrpSpPr>
            <p:cNvPr id="254" name="Google Shape;360;p31"/>
            <p:cNvGrpSpPr/>
            <p:nvPr/>
          </p:nvGrpSpPr>
          <p:grpSpPr>
            <a:xfrm>
              <a:off x="7650720" y="4284000"/>
              <a:ext cx="519120" cy="68040"/>
              <a:chOff x="7650720" y="4284000"/>
              <a:chExt cx="519120" cy="68040"/>
            </a:xfrm>
          </p:grpSpPr>
          <p:sp>
            <p:nvSpPr>
              <p:cNvPr id="255" name="Google Shape;361;p31"/>
              <p:cNvSpPr/>
              <p:nvPr/>
            </p:nvSpPr>
            <p:spPr>
              <a:xfrm>
                <a:off x="7650720" y="428400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256" name="Google Shape;362;p31"/>
              <p:cNvSpPr/>
              <p:nvPr/>
            </p:nvSpPr>
            <p:spPr>
              <a:xfrm>
                <a:off x="7876080" y="428400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257" name="Google Shape;363;p31"/>
              <p:cNvSpPr/>
              <p:nvPr/>
            </p:nvSpPr>
            <p:spPr>
              <a:xfrm>
                <a:off x="8101800" y="428400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nvGrpSpPr>
            <p:cNvPr id="258" name="Google Shape;364;p31"/>
            <p:cNvGrpSpPr/>
            <p:nvPr/>
          </p:nvGrpSpPr>
          <p:grpSpPr>
            <a:xfrm>
              <a:off x="906480" y="2311920"/>
              <a:ext cx="68040" cy="519120"/>
              <a:chOff x="906480" y="2311920"/>
              <a:chExt cx="68040" cy="519120"/>
            </a:xfrm>
          </p:grpSpPr>
          <p:sp>
            <p:nvSpPr>
              <p:cNvPr id="259" name="Google Shape;365;p31"/>
              <p:cNvSpPr/>
              <p:nvPr/>
            </p:nvSpPr>
            <p:spPr>
              <a:xfrm rot="5400000">
                <a:off x="906480" y="231192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260" name="Google Shape;366;p31"/>
              <p:cNvSpPr/>
              <p:nvPr/>
            </p:nvSpPr>
            <p:spPr>
              <a:xfrm rot="5400000">
                <a:off x="906480" y="253764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261" name="Google Shape;367;p31"/>
              <p:cNvSpPr/>
              <p:nvPr/>
            </p:nvSpPr>
            <p:spPr>
              <a:xfrm rot="5400000">
                <a:off x="906480" y="276300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sp>
        <p:nvSpPr>
          <p:cNvPr id="3" name="TextBox 2">
            <a:extLst>
              <a:ext uri="{FF2B5EF4-FFF2-40B4-BE49-F238E27FC236}">
                <a16:creationId xmlns:a16="http://schemas.microsoft.com/office/drawing/2014/main" id="{FC0BD078-4E27-9ECC-A7F5-EA261CB38B8A}"/>
              </a:ext>
            </a:extLst>
          </p:cNvPr>
          <p:cNvSpPr txBox="1"/>
          <p:nvPr/>
        </p:nvSpPr>
        <p:spPr>
          <a:xfrm>
            <a:off x="92208" y="783773"/>
            <a:ext cx="8721378" cy="3879267"/>
          </a:xfrm>
          <a:prstGeom prst="rect">
            <a:avLst/>
          </a:prstGeom>
          <a:noFill/>
        </p:spPr>
        <p:txBody>
          <a:bodyPr wrap="square" rtlCol="0">
            <a:spAutoFit/>
          </a:bodyPr>
          <a:lstStyle/>
          <a:p>
            <a:r>
              <a:rPr lang="en-US" sz="1400" b="1" dirty="0">
                <a:latin typeface="DM Sans" pitchFamily="2" charset="0"/>
              </a:rPr>
              <a:t>Paisa</a:t>
            </a:r>
            <a:r>
              <a:rPr lang="en-US" sz="1400" dirty="0">
                <a:latin typeface="DM Sans" pitchFamily="2" charset="0"/>
              </a:rPr>
              <a:t> is built to help people manage their money better, without stress or confusion.</a:t>
            </a:r>
          </a:p>
          <a:p>
            <a:r>
              <a:rPr lang="en-US" sz="1400" dirty="0">
                <a:latin typeface="DM Sans" pitchFamily="2" charset="0"/>
              </a:rPr>
              <a:t>The main goal is to give users </a:t>
            </a:r>
            <a:r>
              <a:rPr lang="en-US" sz="1400" b="1" dirty="0">
                <a:latin typeface="DM Sans" pitchFamily="2" charset="0"/>
              </a:rPr>
              <a:t>a single, smart platform</a:t>
            </a:r>
            <a:r>
              <a:rPr lang="en-US" sz="1400" dirty="0">
                <a:latin typeface="DM Sans" pitchFamily="2" charset="0"/>
              </a:rPr>
              <a:t> where they can track spending, set budgets, manage accounts, and get helpful advice — all in one place.</a:t>
            </a:r>
          </a:p>
          <a:p>
            <a:pPr>
              <a:buNone/>
            </a:pPr>
            <a:endParaRPr lang="en-US" sz="1400" dirty="0"/>
          </a:p>
          <a:p>
            <a:pPr>
              <a:lnSpc>
                <a:spcPct val="150000"/>
              </a:lnSpc>
              <a:buNone/>
            </a:pPr>
            <a:r>
              <a:rPr lang="en-US" sz="1600" b="1" dirty="0">
                <a:latin typeface="DM Sans" pitchFamily="2" charset="0"/>
              </a:rPr>
              <a:t>Here’s what makes Paisa special:  </a:t>
            </a:r>
          </a:p>
          <a:p>
            <a:pPr marL="1200150" lvl="2" indent="-285750">
              <a:lnSpc>
                <a:spcPct val="150000"/>
              </a:lnSpc>
              <a:buFont typeface="Arial" panose="020B0604020202020204" pitchFamily="34" charset="0"/>
              <a:buChar char="•"/>
            </a:pPr>
            <a:r>
              <a:rPr lang="en-US" sz="1400" b="1" dirty="0">
                <a:latin typeface="DM Sans" pitchFamily="2" charset="0"/>
              </a:rPr>
              <a:t>Everything in One Place</a:t>
            </a:r>
            <a:r>
              <a:rPr lang="en-US" sz="1400" dirty="0">
                <a:latin typeface="DM Sans" pitchFamily="2" charset="0"/>
              </a:rPr>
              <a:t>: No need for multiple apps — view your income, expenses, and savings all in one dashboard.</a:t>
            </a:r>
          </a:p>
          <a:p>
            <a:pPr lvl="2">
              <a:lnSpc>
                <a:spcPct val="150000"/>
              </a:lnSpc>
              <a:buFont typeface="Arial" panose="020B0604020202020204" pitchFamily="34" charset="0"/>
              <a:buChar char="•"/>
            </a:pPr>
            <a:r>
              <a:rPr lang="en-US" sz="1400" b="1" dirty="0">
                <a:latin typeface="DM Sans" pitchFamily="2" charset="0"/>
              </a:rPr>
              <a:t>    Smart AI Suggestions</a:t>
            </a:r>
            <a:r>
              <a:rPr lang="en-US" sz="1400" dirty="0">
                <a:latin typeface="DM Sans" pitchFamily="2" charset="0"/>
              </a:rPr>
              <a:t>: Paisa uses AI to understand how you spend and gives </a:t>
            </a:r>
            <a:r>
              <a:rPr lang="en-US" sz="1400" b="1" dirty="0">
                <a:latin typeface="DM Sans" pitchFamily="2" charset="0"/>
              </a:rPr>
              <a:t>personal tips</a:t>
            </a:r>
            <a:r>
              <a:rPr lang="en-US" sz="1400" dirty="0">
                <a:latin typeface="DM Sans" pitchFamily="2" charset="0"/>
              </a:rPr>
              <a:t> to help you save more or cut back where needed.</a:t>
            </a:r>
          </a:p>
          <a:p>
            <a:pPr lvl="2">
              <a:lnSpc>
                <a:spcPct val="150000"/>
              </a:lnSpc>
              <a:buFont typeface="Arial" panose="020B0604020202020204" pitchFamily="34" charset="0"/>
              <a:buChar char="•"/>
            </a:pPr>
            <a:r>
              <a:rPr lang="en-US" sz="1400" b="1" dirty="0">
                <a:latin typeface="DM Sans" pitchFamily="2" charset="0"/>
              </a:rPr>
              <a:t>     Easy to Use</a:t>
            </a:r>
            <a:r>
              <a:rPr lang="en-US" sz="1400" dirty="0">
                <a:latin typeface="DM Sans" pitchFamily="2" charset="0"/>
              </a:rPr>
              <a:t>: The app is designed to be clean, modern, and simple — so anyone can use it, even without financial knowledge.</a:t>
            </a:r>
          </a:p>
          <a:p>
            <a:pPr lvl="2">
              <a:lnSpc>
                <a:spcPct val="150000"/>
              </a:lnSpc>
              <a:buFont typeface="Arial" panose="020B0604020202020204" pitchFamily="34" charset="0"/>
              <a:buChar char="•"/>
            </a:pPr>
            <a:r>
              <a:rPr lang="en-US" sz="1400" b="1" dirty="0">
                <a:latin typeface="DM Sans" pitchFamily="2" charset="0"/>
              </a:rPr>
              <a:t>     Helpful Insights</a:t>
            </a:r>
            <a:r>
              <a:rPr lang="en-US" sz="1400" dirty="0">
                <a:latin typeface="DM Sans" pitchFamily="2" charset="0"/>
              </a:rPr>
              <a:t>: Instead of showing just numbers, Paisa explains what they mean and how you can improve your finances.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30575-1CAB-763B-073D-1345D7E81C06}"/>
            </a:ext>
          </a:extLst>
        </p:cNvPr>
        <p:cNvGrpSpPr/>
        <p:nvPr/>
      </p:nvGrpSpPr>
      <p:grpSpPr>
        <a:xfrm>
          <a:off x="0" y="0"/>
          <a:ext cx="0" cy="0"/>
          <a:chOff x="0" y="0"/>
          <a:chExt cx="0" cy="0"/>
        </a:xfrm>
      </p:grpSpPr>
      <p:sp>
        <p:nvSpPr>
          <p:cNvPr id="304" name="PlaceHolder 1">
            <a:extLst>
              <a:ext uri="{FF2B5EF4-FFF2-40B4-BE49-F238E27FC236}">
                <a16:creationId xmlns:a16="http://schemas.microsoft.com/office/drawing/2014/main" id="{BEA20A24-4469-03F5-0D77-DD2E197E2222}"/>
              </a:ext>
            </a:extLst>
          </p:cNvPr>
          <p:cNvSpPr>
            <a:spLocks noGrp="1"/>
          </p:cNvSpPr>
          <p:nvPr>
            <p:ph type="title"/>
          </p:nvPr>
        </p:nvSpPr>
        <p:spPr>
          <a:xfrm>
            <a:off x="0" y="-23026"/>
            <a:ext cx="2991683" cy="633046"/>
          </a:xfrm>
          <a:prstGeom prst="rect">
            <a:avLst/>
          </a:prstGeom>
          <a:noFill/>
          <a:ln w="0">
            <a:noFill/>
          </a:ln>
        </p:spPr>
        <p:txBody>
          <a:bodyPr lIns="91440" tIns="91440" rIns="91440" bIns="91440" anchor="t">
            <a:normAutofit/>
          </a:bodyPr>
          <a:lstStyle/>
          <a:p>
            <a:pPr indent="0" algn="ctr">
              <a:lnSpc>
                <a:spcPct val="100000"/>
              </a:lnSpc>
              <a:buNone/>
              <a:tabLst>
                <a:tab pos="0" algn="l"/>
              </a:tabLst>
            </a:pPr>
            <a:r>
              <a:rPr lang="en" sz="2800" spc="-1" dirty="0">
                <a:solidFill>
                  <a:schemeClr val="dk1"/>
                </a:solidFill>
                <a:latin typeface="Montserrat ExtraBold"/>
              </a:rPr>
              <a:t>User Interface</a:t>
            </a:r>
            <a:endParaRPr lang="fr-FR" sz="2800" b="0" strike="noStrike" spc="-1" dirty="0">
              <a:solidFill>
                <a:schemeClr val="dk1"/>
              </a:solidFill>
              <a:latin typeface="Arial"/>
            </a:endParaRPr>
          </a:p>
        </p:txBody>
      </p:sp>
      <p:sp>
        <p:nvSpPr>
          <p:cNvPr id="306" name="Google Shape;577;p46">
            <a:extLst>
              <a:ext uri="{FF2B5EF4-FFF2-40B4-BE49-F238E27FC236}">
                <a16:creationId xmlns:a16="http://schemas.microsoft.com/office/drawing/2014/main" id="{71472E51-229B-C181-802E-2D0BE0CE68B6}"/>
              </a:ext>
            </a:extLst>
          </p:cNvPr>
          <p:cNvSpPr/>
          <p:nvPr/>
        </p:nvSpPr>
        <p:spPr>
          <a:xfrm>
            <a:off x="2205374" y="3528317"/>
            <a:ext cx="5268088" cy="964551"/>
          </a:xfrm>
          <a:prstGeom prst="rect">
            <a:avLst/>
          </a:prstGeom>
          <a:noFill/>
          <a:ln w="0">
            <a:noFill/>
          </a:ln>
        </p:spPr>
        <p:style>
          <a:lnRef idx="0">
            <a:scrgbClr r="0" g="0" b="0"/>
          </a:lnRef>
          <a:fillRef idx="0">
            <a:scrgbClr r="0" g="0" b="0"/>
          </a:fillRef>
          <a:effectRef idx="0">
            <a:scrgbClr r="0" g="0" b="0"/>
          </a:effectRef>
          <a:fontRef idx="minor"/>
        </p:style>
        <p:txBody>
          <a:bodyPr lIns="870823080" tIns="166680" rIns="870823080" bIns="166680" anchor="t">
            <a:normAutofit fontScale="32500" lnSpcReduction="20000"/>
          </a:bodyPr>
          <a:lstStyle/>
          <a:p>
            <a:pPr algn="ctr" defTabSz="914400">
              <a:lnSpc>
                <a:spcPct val="100000"/>
              </a:lnSpc>
              <a:tabLst>
                <a:tab pos="0" algn="l"/>
              </a:tabLst>
            </a:pPr>
            <a:r>
              <a:rPr lang="en" sz="1200" b="0" strike="noStrike" spc="-1">
                <a:solidFill>
                  <a:schemeClr val="dk1"/>
                </a:solidFill>
                <a:latin typeface="Arial"/>
              </a:rPr>
              <a:t>+91 620 421 838</a:t>
            </a:r>
            <a:endParaRPr lang="en-US" sz="1200" b="0" strike="noStrike" spc="-1">
              <a:solidFill>
                <a:srgbClr val="FFFFFF"/>
              </a:solidFill>
              <a:latin typeface="OpenSymbol"/>
            </a:endParaRPr>
          </a:p>
        </p:txBody>
      </p:sp>
      <p:grpSp>
        <p:nvGrpSpPr>
          <p:cNvPr id="307" name="Google Shape;578;p46">
            <a:extLst>
              <a:ext uri="{FF2B5EF4-FFF2-40B4-BE49-F238E27FC236}">
                <a16:creationId xmlns:a16="http://schemas.microsoft.com/office/drawing/2014/main" id="{01B7CDD3-BEB4-EAF4-9BB0-B9759A51B1AD}"/>
              </a:ext>
            </a:extLst>
          </p:cNvPr>
          <p:cNvGrpSpPr/>
          <p:nvPr/>
        </p:nvGrpSpPr>
        <p:grpSpPr>
          <a:xfrm>
            <a:off x="842040" y="3863160"/>
            <a:ext cx="68040" cy="519120"/>
            <a:chOff x="842040" y="3863160"/>
            <a:chExt cx="68040" cy="519120"/>
          </a:xfrm>
        </p:grpSpPr>
        <p:sp>
          <p:nvSpPr>
            <p:cNvPr id="308" name="Google Shape;579;p46">
              <a:extLst>
                <a:ext uri="{FF2B5EF4-FFF2-40B4-BE49-F238E27FC236}">
                  <a16:creationId xmlns:a16="http://schemas.microsoft.com/office/drawing/2014/main" id="{23CE9666-230A-A0EA-F2FF-CF47BFD4E80C}"/>
                </a:ext>
              </a:extLst>
            </p:cNvPr>
            <p:cNvSpPr/>
            <p:nvPr/>
          </p:nvSpPr>
          <p:spPr>
            <a:xfrm rot="5400000">
              <a:off x="842040" y="386316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309" name="Google Shape;580;p46">
              <a:extLst>
                <a:ext uri="{FF2B5EF4-FFF2-40B4-BE49-F238E27FC236}">
                  <a16:creationId xmlns:a16="http://schemas.microsoft.com/office/drawing/2014/main" id="{BC1F8D35-8492-8613-91CD-507097FCC6FC}"/>
                </a:ext>
              </a:extLst>
            </p:cNvPr>
            <p:cNvSpPr/>
            <p:nvPr/>
          </p:nvSpPr>
          <p:spPr>
            <a:xfrm rot="5400000">
              <a:off x="842040" y="408888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310" name="Google Shape;581;p46">
              <a:extLst>
                <a:ext uri="{FF2B5EF4-FFF2-40B4-BE49-F238E27FC236}">
                  <a16:creationId xmlns:a16="http://schemas.microsoft.com/office/drawing/2014/main" id="{8D7E7D32-0E54-8BC2-E69C-FA49CC6BFDC2}"/>
                </a:ext>
              </a:extLst>
            </p:cNvPr>
            <p:cNvSpPr/>
            <p:nvPr/>
          </p:nvSpPr>
          <p:spPr>
            <a:xfrm rot="5400000">
              <a:off x="842040" y="431424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
        <p:nvSpPr>
          <p:cNvPr id="2" name="Rectangle 1">
            <a:extLst>
              <a:ext uri="{FF2B5EF4-FFF2-40B4-BE49-F238E27FC236}">
                <a16:creationId xmlns:a16="http://schemas.microsoft.com/office/drawing/2014/main" id="{3648015A-D1F1-6627-6D66-AE673596F9B9}"/>
              </a:ext>
            </a:extLst>
          </p:cNvPr>
          <p:cNvSpPr/>
          <p:nvPr/>
        </p:nvSpPr>
        <p:spPr>
          <a:xfrm>
            <a:off x="1872762" y="3464169"/>
            <a:ext cx="5732584" cy="115179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4" name="Picture 3" descr="A screenshot of a computer&#10;&#10;AI-generated content may be incorrect.">
            <a:extLst>
              <a:ext uri="{FF2B5EF4-FFF2-40B4-BE49-F238E27FC236}">
                <a16:creationId xmlns:a16="http://schemas.microsoft.com/office/drawing/2014/main" id="{811D8B57-98C8-3289-322A-EF996DE395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4065" y="875520"/>
            <a:ext cx="8655870" cy="3837466"/>
          </a:xfrm>
          <a:prstGeom prst="rect">
            <a:avLst/>
          </a:prstGeom>
        </p:spPr>
      </p:pic>
    </p:spTree>
    <p:extLst>
      <p:ext uri="{BB962C8B-B14F-4D97-AF65-F5344CB8AC3E}">
        <p14:creationId xmlns:p14="http://schemas.microsoft.com/office/powerpoint/2010/main" val="3898890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089D6-26D9-F34B-D34F-3ECCDB7FD99A}"/>
            </a:ext>
          </a:extLst>
        </p:cNvPr>
        <p:cNvGrpSpPr/>
        <p:nvPr/>
      </p:nvGrpSpPr>
      <p:grpSpPr>
        <a:xfrm>
          <a:off x="0" y="0"/>
          <a:ext cx="0" cy="0"/>
          <a:chOff x="0" y="0"/>
          <a:chExt cx="0" cy="0"/>
        </a:xfrm>
      </p:grpSpPr>
      <p:sp>
        <p:nvSpPr>
          <p:cNvPr id="304" name="PlaceHolder 1">
            <a:extLst>
              <a:ext uri="{FF2B5EF4-FFF2-40B4-BE49-F238E27FC236}">
                <a16:creationId xmlns:a16="http://schemas.microsoft.com/office/drawing/2014/main" id="{2A757CDD-21B7-8569-4042-EEBECC6E67CF}"/>
              </a:ext>
            </a:extLst>
          </p:cNvPr>
          <p:cNvSpPr>
            <a:spLocks noGrp="1"/>
          </p:cNvSpPr>
          <p:nvPr>
            <p:ph type="title"/>
          </p:nvPr>
        </p:nvSpPr>
        <p:spPr>
          <a:xfrm>
            <a:off x="0" y="-23026"/>
            <a:ext cx="2991683" cy="633046"/>
          </a:xfrm>
          <a:prstGeom prst="rect">
            <a:avLst/>
          </a:prstGeom>
          <a:noFill/>
          <a:ln w="0">
            <a:noFill/>
          </a:ln>
        </p:spPr>
        <p:txBody>
          <a:bodyPr lIns="91440" tIns="91440" rIns="91440" bIns="91440" anchor="t">
            <a:normAutofit/>
          </a:bodyPr>
          <a:lstStyle/>
          <a:p>
            <a:pPr indent="0" algn="ctr">
              <a:lnSpc>
                <a:spcPct val="100000"/>
              </a:lnSpc>
              <a:buNone/>
              <a:tabLst>
                <a:tab pos="0" algn="l"/>
              </a:tabLst>
            </a:pPr>
            <a:r>
              <a:rPr lang="en" sz="2800" spc="-1" dirty="0">
                <a:solidFill>
                  <a:schemeClr val="dk1"/>
                </a:solidFill>
                <a:latin typeface="Montserrat ExtraBold"/>
              </a:rPr>
              <a:t>User Interface</a:t>
            </a:r>
            <a:endParaRPr lang="fr-FR" sz="2800" b="0" strike="noStrike" spc="-1" dirty="0">
              <a:solidFill>
                <a:schemeClr val="dk1"/>
              </a:solidFill>
              <a:latin typeface="Arial"/>
            </a:endParaRPr>
          </a:p>
        </p:txBody>
      </p:sp>
      <p:sp>
        <p:nvSpPr>
          <p:cNvPr id="306" name="Google Shape;577;p46">
            <a:extLst>
              <a:ext uri="{FF2B5EF4-FFF2-40B4-BE49-F238E27FC236}">
                <a16:creationId xmlns:a16="http://schemas.microsoft.com/office/drawing/2014/main" id="{1ABCFD96-8574-8AEC-9DC9-FEC904C5465D}"/>
              </a:ext>
            </a:extLst>
          </p:cNvPr>
          <p:cNvSpPr/>
          <p:nvPr/>
        </p:nvSpPr>
        <p:spPr>
          <a:xfrm>
            <a:off x="2205374" y="3528317"/>
            <a:ext cx="5268088" cy="964551"/>
          </a:xfrm>
          <a:prstGeom prst="rect">
            <a:avLst/>
          </a:prstGeom>
          <a:noFill/>
          <a:ln w="0">
            <a:noFill/>
          </a:ln>
        </p:spPr>
        <p:style>
          <a:lnRef idx="0">
            <a:scrgbClr r="0" g="0" b="0"/>
          </a:lnRef>
          <a:fillRef idx="0">
            <a:scrgbClr r="0" g="0" b="0"/>
          </a:fillRef>
          <a:effectRef idx="0">
            <a:scrgbClr r="0" g="0" b="0"/>
          </a:effectRef>
          <a:fontRef idx="minor"/>
        </p:style>
        <p:txBody>
          <a:bodyPr lIns="870823080" tIns="166680" rIns="870823080" bIns="166680" anchor="t">
            <a:normAutofit fontScale="32500" lnSpcReduction="20000"/>
          </a:bodyPr>
          <a:lstStyle/>
          <a:p>
            <a:pPr algn="ctr" defTabSz="914400">
              <a:lnSpc>
                <a:spcPct val="100000"/>
              </a:lnSpc>
              <a:tabLst>
                <a:tab pos="0" algn="l"/>
              </a:tabLst>
            </a:pPr>
            <a:r>
              <a:rPr lang="en" sz="1200" b="0" strike="noStrike" spc="-1">
                <a:solidFill>
                  <a:schemeClr val="dk1"/>
                </a:solidFill>
                <a:latin typeface="Arial"/>
              </a:rPr>
              <a:t>+91 620 421 838</a:t>
            </a:r>
            <a:endParaRPr lang="en-US" sz="1200" b="0" strike="noStrike" spc="-1">
              <a:solidFill>
                <a:srgbClr val="FFFFFF"/>
              </a:solidFill>
              <a:latin typeface="OpenSymbol"/>
            </a:endParaRPr>
          </a:p>
        </p:txBody>
      </p:sp>
      <p:grpSp>
        <p:nvGrpSpPr>
          <p:cNvPr id="307" name="Google Shape;578;p46">
            <a:extLst>
              <a:ext uri="{FF2B5EF4-FFF2-40B4-BE49-F238E27FC236}">
                <a16:creationId xmlns:a16="http://schemas.microsoft.com/office/drawing/2014/main" id="{6FFBDF7E-0AD9-C7F8-8915-8E1E43C91A2C}"/>
              </a:ext>
            </a:extLst>
          </p:cNvPr>
          <p:cNvGrpSpPr/>
          <p:nvPr/>
        </p:nvGrpSpPr>
        <p:grpSpPr>
          <a:xfrm>
            <a:off x="842040" y="3863160"/>
            <a:ext cx="68040" cy="519120"/>
            <a:chOff x="842040" y="3863160"/>
            <a:chExt cx="68040" cy="519120"/>
          </a:xfrm>
        </p:grpSpPr>
        <p:sp>
          <p:nvSpPr>
            <p:cNvPr id="308" name="Google Shape;579;p46">
              <a:extLst>
                <a:ext uri="{FF2B5EF4-FFF2-40B4-BE49-F238E27FC236}">
                  <a16:creationId xmlns:a16="http://schemas.microsoft.com/office/drawing/2014/main" id="{AF4B7712-4E0A-1FB3-AA86-16517C18FC11}"/>
                </a:ext>
              </a:extLst>
            </p:cNvPr>
            <p:cNvSpPr/>
            <p:nvPr/>
          </p:nvSpPr>
          <p:spPr>
            <a:xfrm rot="5400000">
              <a:off x="842040" y="386316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309" name="Google Shape;580;p46">
              <a:extLst>
                <a:ext uri="{FF2B5EF4-FFF2-40B4-BE49-F238E27FC236}">
                  <a16:creationId xmlns:a16="http://schemas.microsoft.com/office/drawing/2014/main" id="{AA695F88-4B43-49C6-5465-6BEF1CE9F79C}"/>
                </a:ext>
              </a:extLst>
            </p:cNvPr>
            <p:cNvSpPr/>
            <p:nvPr/>
          </p:nvSpPr>
          <p:spPr>
            <a:xfrm rot="5400000">
              <a:off x="842040" y="408888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310" name="Google Shape;581;p46">
              <a:extLst>
                <a:ext uri="{FF2B5EF4-FFF2-40B4-BE49-F238E27FC236}">
                  <a16:creationId xmlns:a16="http://schemas.microsoft.com/office/drawing/2014/main" id="{166AE188-ADD1-004D-F355-AFB4D945EFA2}"/>
                </a:ext>
              </a:extLst>
            </p:cNvPr>
            <p:cNvSpPr/>
            <p:nvPr/>
          </p:nvSpPr>
          <p:spPr>
            <a:xfrm rot="5400000">
              <a:off x="842040" y="431424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
        <p:nvSpPr>
          <p:cNvPr id="2" name="Rectangle 1">
            <a:extLst>
              <a:ext uri="{FF2B5EF4-FFF2-40B4-BE49-F238E27FC236}">
                <a16:creationId xmlns:a16="http://schemas.microsoft.com/office/drawing/2014/main" id="{947F9863-A8AF-6566-EC93-24A5C479D1D2}"/>
              </a:ext>
            </a:extLst>
          </p:cNvPr>
          <p:cNvSpPr/>
          <p:nvPr/>
        </p:nvSpPr>
        <p:spPr>
          <a:xfrm>
            <a:off x="1872762" y="3464169"/>
            <a:ext cx="5732584" cy="115179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6" name="Picture 5" descr="A screenshot of a video player&#10;&#10;AI-generated content may be incorrect.">
            <a:extLst>
              <a:ext uri="{FF2B5EF4-FFF2-40B4-BE49-F238E27FC236}">
                <a16:creationId xmlns:a16="http://schemas.microsoft.com/office/drawing/2014/main" id="{59FE337E-747E-9D56-361F-71ADE1978A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734" y="903561"/>
            <a:ext cx="8994531" cy="4000737"/>
          </a:xfrm>
          <a:prstGeom prst="rect">
            <a:avLst/>
          </a:prstGeom>
        </p:spPr>
      </p:pic>
    </p:spTree>
    <p:extLst>
      <p:ext uri="{BB962C8B-B14F-4D97-AF65-F5344CB8AC3E}">
        <p14:creationId xmlns:p14="http://schemas.microsoft.com/office/powerpoint/2010/main" val="36830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125F2-D0AA-F9A0-3F90-FF4263366261}"/>
            </a:ext>
          </a:extLst>
        </p:cNvPr>
        <p:cNvGrpSpPr/>
        <p:nvPr/>
      </p:nvGrpSpPr>
      <p:grpSpPr>
        <a:xfrm>
          <a:off x="0" y="0"/>
          <a:ext cx="0" cy="0"/>
          <a:chOff x="0" y="0"/>
          <a:chExt cx="0" cy="0"/>
        </a:xfrm>
      </p:grpSpPr>
      <p:sp>
        <p:nvSpPr>
          <p:cNvPr id="304" name="PlaceHolder 1">
            <a:extLst>
              <a:ext uri="{FF2B5EF4-FFF2-40B4-BE49-F238E27FC236}">
                <a16:creationId xmlns:a16="http://schemas.microsoft.com/office/drawing/2014/main" id="{DE78385F-4600-543A-53CE-B3E4D5D755D2}"/>
              </a:ext>
            </a:extLst>
          </p:cNvPr>
          <p:cNvSpPr>
            <a:spLocks noGrp="1"/>
          </p:cNvSpPr>
          <p:nvPr>
            <p:ph type="title"/>
          </p:nvPr>
        </p:nvSpPr>
        <p:spPr>
          <a:xfrm>
            <a:off x="0" y="-23026"/>
            <a:ext cx="2991683" cy="633046"/>
          </a:xfrm>
          <a:prstGeom prst="rect">
            <a:avLst/>
          </a:prstGeom>
          <a:noFill/>
          <a:ln w="0">
            <a:noFill/>
          </a:ln>
        </p:spPr>
        <p:txBody>
          <a:bodyPr lIns="91440" tIns="91440" rIns="91440" bIns="91440" anchor="t">
            <a:normAutofit/>
          </a:bodyPr>
          <a:lstStyle/>
          <a:p>
            <a:pPr indent="0" algn="ctr">
              <a:lnSpc>
                <a:spcPct val="100000"/>
              </a:lnSpc>
              <a:buNone/>
              <a:tabLst>
                <a:tab pos="0" algn="l"/>
              </a:tabLst>
            </a:pPr>
            <a:r>
              <a:rPr lang="en" sz="2800" spc="-1" dirty="0">
                <a:solidFill>
                  <a:schemeClr val="dk1"/>
                </a:solidFill>
                <a:latin typeface="Montserrat ExtraBold"/>
              </a:rPr>
              <a:t>User Interface</a:t>
            </a:r>
            <a:endParaRPr lang="fr-FR" sz="2800" b="0" strike="noStrike" spc="-1" dirty="0">
              <a:solidFill>
                <a:schemeClr val="dk1"/>
              </a:solidFill>
              <a:latin typeface="Arial"/>
            </a:endParaRPr>
          </a:p>
        </p:txBody>
      </p:sp>
      <p:sp>
        <p:nvSpPr>
          <p:cNvPr id="306" name="Google Shape;577;p46">
            <a:extLst>
              <a:ext uri="{FF2B5EF4-FFF2-40B4-BE49-F238E27FC236}">
                <a16:creationId xmlns:a16="http://schemas.microsoft.com/office/drawing/2014/main" id="{2EB8216D-6F7F-1445-956D-F555CAD12A93}"/>
              </a:ext>
            </a:extLst>
          </p:cNvPr>
          <p:cNvSpPr/>
          <p:nvPr/>
        </p:nvSpPr>
        <p:spPr>
          <a:xfrm>
            <a:off x="2205374" y="3528317"/>
            <a:ext cx="5268088" cy="964551"/>
          </a:xfrm>
          <a:prstGeom prst="rect">
            <a:avLst/>
          </a:prstGeom>
          <a:noFill/>
          <a:ln w="0">
            <a:noFill/>
          </a:ln>
        </p:spPr>
        <p:style>
          <a:lnRef idx="0">
            <a:scrgbClr r="0" g="0" b="0"/>
          </a:lnRef>
          <a:fillRef idx="0">
            <a:scrgbClr r="0" g="0" b="0"/>
          </a:fillRef>
          <a:effectRef idx="0">
            <a:scrgbClr r="0" g="0" b="0"/>
          </a:effectRef>
          <a:fontRef idx="minor"/>
        </p:style>
        <p:txBody>
          <a:bodyPr lIns="870823080" tIns="166680" rIns="870823080" bIns="166680" anchor="t">
            <a:normAutofit fontScale="32500" lnSpcReduction="20000"/>
          </a:bodyPr>
          <a:lstStyle/>
          <a:p>
            <a:pPr algn="ctr" defTabSz="914400">
              <a:lnSpc>
                <a:spcPct val="100000"/>
              </a:lnSpc>
              <a:tabLst>
                <a:tab pos="0" algn="l"/>
              </a:tabLst>
            </a:pPr>
            <a:r>
              <a:rPr lang="en" sz="1200" b="0" strike="noStrike" spc="-1">
                <a:solidFill>
                  <a:schemeClr val="dk1"/>
                </a:solidFill>
                <a:latin typeface="Arial"/>
              </a:rPr>
              <a:t>+91 620 421 838</a:t>
            </a:r>
            <a:endParaRPr lang="en-US" sz="1200" b="0" strike="noStrike" spc="-1">
              <a:solidFill>
                <a:srgbClr val="FFFFFF"/>
              </a:solidFill>
              <a:latin typeface="OpenSymbol"/>
            </a:endParaRPr>
          </a:p>
        </p:txBody>
      </p:sp>
      <p:grpSp>
        <p:nvGrpSpPr>
          <p:cNvPr id="307" name="Google Shape;578;p46">
            <a:extLst>
              <a:ext uri="{FF2B5EF4-FFF2-40B4-BE49-F238E27FC236}">
                <a16:creationId xmlns:a16="http://schemas.microsoft.com/office/drawing/2014/main" id="{175D83B1-352F-9A32-9CDA-81EA452D03A1}"/>
              </a:ext>
            </a:extLst>
          </p:cNvPr>
          <p:cNvGrpSpPr/>
          <p:nvPr/>
        </p:nvGrpSpPr>
        <p:grpSpPr>
          <a:xfrm>
            <a:off x="842040" y="3863160"/>
            <a:ext cx="68040" cy="519120"/>
            <a:chOff x="842040" y="3863160"/>
            <a:chExt cx="68040" cy="519120"/>
          </a:xfrm>
        </p:grpSpPr>
        <p:sp>
          <p:nvSpPr>
            <p:cNvPr id="308" name="Google Shape;579;p46">
              <a:extLst>
                <a:ext uri="{FF2B5EF4-FFF2-40B4-BE49-F238E27FC236}">
                  <a16:creationId xmlns:a16="http://schemas.microsoft.com/office/drawing/2014/main" id="{F1F15111-16CF-D522-63C3-3A0B233320E0}"/>
                </a:ext>
              </a:extLst>
            </p:cNvPr>
            <p:cNvSpPr/>
            <p:nvPr/>
          </p:nvSpPr>
          <p:spPr>
            <a:xfrm rot="5400000">
              <a:off x="842040" y="386316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309" name="Google Shape;580;p46">
              <a:extLst>
                <a:ext uri="{FF2B5EF4-FFF2-40B4-BE49-F238E27FC236}">
                  <a16:creationId xmlns:a16="http://schemas.microsoft.com/office/drawing/2014/main" id="{507C83EC-9B8F-DA86-1015-08D044987452}"/>
                </a:ext>
              </a:extLst>
            </p:cNvPr>
            <p:cNvSpPr/>
            <p:nvPr/>
          </p:nvSpPr>
          <p:spPr>
            <a:xfrm rot="5400000">
              <a:off x="842040" y="408888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310" name="Google Shape;581;p46">
              <a:extLst>
                <a:ext uri="{FF2B5EF4-FFF2-40B4-BE49-F238E27FC236}">
                  <a16:creationId xmlns:a16="http://schemas.microsoft.com/office/drawing/2014/main" id="{31731B64-1187-384D-69FA-C94F6F5D7DEB}"/>
                </a:ext>
              </a:extLst>
            </p:cNvPr>
            <p:cNvSpPr/>
            <p:nvPr/>
          </p:nvSpPr>
          <p:spPr>
            <a:xfrm rot="5400000">
              <a:off x="842040" y="431424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
        <p:nvSpPr>
          <p:cNvPr id="2" name="Rectangle 1">
            <a:extLst>
              <a:ext uri="{FF2B5EF4-FFF2-40B4-BE49-F238E27FC236}">
                <a16:creationId xmlns:a16="http://schemas.microsoft.com/office/drawing/2014/main" id="{8AEC12CC-61E7-0614-17D6-6202125A8FBD}"/>
              </a:ext>
            </a:extLst>
          </p:cNvPr>
          <p:cNvSpPr/>
          <p:nvPr/>
        </p:nvSpPr>
        <p:spPr>
          <a:xfrm>
            <a:off x="1872762" y="3464169"/>
            <a:ext cx="5732584" cy="115179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4" name="Picture 3" descr="A screenshot of a computer&#10;&#10;AI-generated content may be incorrect.">
            <a:extLst>
              <a:ext uri="{FF2B5EF4-FFF2-40B4-BE49-F238E27FC236}">
                <a16:creationId xmlns:a16="http://schemas.microsoft.com/office/drawing/2014/main" id="{5179DD1F-4186-AD60-1AB9-44738C3217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4" y="797326"/>
            <a:ext cx="8880231" cy="3862596"/>
          </a:xfrm>
          <a:prstGeom prst="rect">
            <a:avLst/>
          </a:prstGeom>
        </p:spPr>
      </p:pic>
    </p:spTree>
    <p:extLst>
      <p:ext uri="{BB962C8B-B14F-4D97-AF65-F5344CB8AC3E}">
        <p14:creationId xmlns:p14="http://schemas.microsoft.com/office/powerpoint/2010/main" val="1788630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A3C71-4490-D787-8020-B60ABB8CC8CB}"/>
            </a:ext>
          </a:extLst>
        </p:cNvPr>
        <p:cNvGrpSpPr/>
        <p:nvPr/>
      </p:nvGrpSpPr>
      <p:grpSpPr>
        <a:xfrm>
          <a:off x="0" y="0"/>
          <a:ext cx="0" cy="0"/>
          <a:chOff x="0" y="0"/>
          <a:chExt cx="0" cy="0"/>
        </a:xfrm>
      </p:grpSpPr>
      <p:sp>
        <p:nvSpPr>
          <p:cNvPr id="304" name="PlaceHolder 1">
            <a:extLst>
              <a:ext uri="{FF2B5EF4-FFF2-40B4-BE49-F238E27FC236}">
                <a16:creationId xmlns:a16="http://schemas.microsoft.com/office/drawing/2014/main" id="{A5EF94AE-7C9B-B152-9024-5CC9457911A8}"/>
              </a:ext>
            </a:extLst>
          </p:cNvPr>
          <p:cNvSpPr>
            <a:spLocks noGrp="1"/>
          </p:cNvSpPr>
          <p:nvPr>
            <p:ph type="title"/>
          </p:nvPr>
        </p:nvSpPr>
        <p:spPr>
          <a:xfrm>
            <a:off x="0" y="-23026"/>
            <a:ext cx="2991683" cy="633046"/>
          </a:xfrm>
          <a:prstGeom prst="rect">
            <a:avLst/>
          </a:prstGeom>
          <a:noFill/>
          <a:ln w="0">
            <a:noFill/>
          </a:ln>
        </p:spPr>
        <p:txBody>
          <a:bodyPr lIns="91440" tIns="91440" rIns="91440" bIns="91440" anchor="t">
            <a:normAutofit/>
          </a:bodyPr>
          <a:lstStyle/>
          <a:p>
            <a:pPr indent="0" algn="ctr">
              <a:lnSpc>
                <a:spcPct val="100000"/>
              </a:lnSpc>
              <a:buNone/>
              <a:tabLst>
                <a:tab pos="0" algn="l"/>
              </a:tabLst>
            </a:pPr>
            <a:r>
              <a:rPr lang="en" sz="2800" spc="-1" dirty="0">
                <a:solidFill>
                  <a:schemeClr val="dk1"/>
                </a:solidFill>
                <a:latin typeface="Montserrat ExtraBold"/>
              </a:rPr>
              <a:t>User Interface</a:t>
            </a:r>
            <a:endParaRPr lang="fr-FR" sz="2800" b="0" strike="noStrike" spc="-1" dirty="0">
              <a:solidFill>
                <a:schemeClr val="dk1"/>
              </a:solidFill>
              <a:latin typeface="Arial"/>
            </a:endParaRPr>
          </a:p>
        </p:txBody>
      </p:sp>
      <p:sp>
        <p:nvSpPr>
          <p:cNvPr id="306" name="Google Shape;577;p46">
            <a:extLst>
              <a:ext uri="{FF2B5EF4-FFF2-40B4-BE49-F238E27FC236}">
                <a16:creationId xmlns:a16="http://schemas.microsoft.com/office/drawing/2014/main" id="{D7C1340B-E430-EF5A-4434-0A438195D242}"/>
              </a:ext>
            </a:extLst>
          </p:cNvPr>
          <p:cNvSpPr/>
          <p:nvPr/>
        </p:nvSpPr>
        <p:spPr>
          <a:xfrm>
            <a:off x="2205374" y="3528317"/>
            <a:ext cx="5268088" cy="964551"/>
          </a:xfrm>
          <a:prstGeom prst="rect">
            <a:avLst/>
          </a:prstGeom>
          <a:noFill/>
          <a:ln w="0">
            <a:noFill/>
          </a:ln>
        </p:spPr>
        <p:style>
          <a:lnRef idx="0">
            <a:scrgbClr r="0" g="0" b="0"/>
          </a:lnRef>
          <a:fillRef idx="0">
            <a:scrgbClr r="0" g="0" b="0"/>
          </a:fillRef>
          <a:effectRef idx="0">
            <a:scrgbClr r="0" g="0" b="0"/>
          </a:effectRef>
          <a:fontRef idx="minor"/>
        </p:style>
        <p:txBody>
          <a:bodyPr lIns="870823080" tIns="166680" rIns="870823080" bIns="166680" anchor="t">
            <a:normAutofit fontScale="32500" lnSpcReduction="20000"/>
          </a:bodyPr>
          <a:lstStyle/>
          <a:p>
            <a:pPr algn="ctr" defTabSz="914400">
              <a:lnSpc>
                <a:spcPct val="100000"/>
              </a:lnSpc>
              <a:tabLst>
                <a:tab pos="0" algn="l"/>
              </a:tabLst>
            </a:pPr>
            <a:r>
              <a:rPr lang="en" sz="1200" b="0" strike="noStrike" spc="-1">
                <a:solidFill>
                  <a:schemeClr val="dk1"/>
                </a:solidFill>
                <a:latin typeface="Arial"/>
              </a:rPr>
              <a:t>+91 620 421 838</a:t>
            </a:r>
            <a:endParaRPr lang="en-US" sz="1200" b="0" strike="noStrike" spc="-1">
              <a:solidFill>
                <a:srgbClr val="FFFFFF"/>
              </a:solidFill>
              <a:latin typeface="OpenSymbol"/>
            </a:endParaRPr>
          </a:p>
        </p:txBody>
      </p:sp>
      <p:grpSp>
        <p:nvGrpSpPr>
          <p:cNvPr id="307" name="Google Shape;578;p46">
            <a:extLst>
              <a:ext uri="{FF2B5EF4-FFF2-40B4-BE49-F238E27FC236}">
                <a16:creationId xmlns:a16="http://schemas.microsoft.com/office/drawing/2014/main" id="{0D2F57D8-B2A4-BD17-535C-22A5AA9B6E10}"/>
              </a:ext>
            </a:extLst>
          </p:cNvPr>
          <p:cNvGrpSpPr/>
          <p:nvPr/>
        </p:nvGrpSpPr>
        <p:grpSpPr>
          <a:xfrm>
            <a:off x="842040" y="3863160"/>
            <a:ext cx="68040" cy="519120"/>
            <a:chOff x="842040" y="3863160"/>
            <a:chExt cx="68040" cy="519120"/>
          </a:xfrm>
        </p:grpSpPr>
        <p:sp>
          <p:nvSpPr>
            <p:cNvPr id="308" name="Google Shape;579;p46">
              <a:extLst>
                <a:ext uri="{FF2B5EF4-FFF2-40B4-BE49-F238E27FC236}">
                  <a16:creationId xmlns:a16="http://schemas.microsoft.com/office/drawing/2014/main" id="{6E31F8BE-EBF5-2B7F-6182-1B68C16EC555}"/>
                </a:ext>
              </a:extLst>
            </p:cNvPr>
            <p:cNvSpPr/>
            <p:nvPr/>
          </p:nvSpPr>
          <p:spPr>
            <a:xfrm rot="5400000">
              <a:off x="842040" y="386316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309" name="Google Shape;580;p46">
              <a:extLst>
                <a:ext uri="{FF2B5EF4-FFF2-40B4-BE49-F238E27FC236}">
                  <a16:creationId xmlns:a16="http://schemas.microsoft.com/office/drawing/2014/main" id="{7F69A2D9-7546-BAF9-001E-E367BD7A2E97}"/>
                </a:ext>
              </a:extLst>
            </p:cNvPr>
            <p:cNvSpPr/>
            <p:nvPr/>
          </p:nvSpPr>
          <p:spPr>
            <a:xfrm rot="5400000">
              <a:off x="842040" y="408888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310" name="Google Shape;581;p46">
              <a:extLst>
                <a:ext uri="{FF2B5EF4-FFF2-40B4-BE49-F238E27FC236}">
                  <a16:creationId xmlns:a16="http://schemas.microsoft.com/office/drawing/2014/main" id="{7198D58B-5F88-E712-1A06-25447C4A429B}"/>
                </a:ext>
              </a:extLst>
            </p:cNvPr>
            <p:cNvSpPr/>
            <p:nvPr/>
          </p:nvSpPr>
          <p:spPr>
            <a:xfrm rot="5400000">
              <a:off x="842040" y="431424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
        <p:nvSpPr>
          <p:cNvPr id="2" name="Rectangle 1">
            <a:extLst>
              <a:ext uri="{FF2B5EF4-FFF2-40B4-BE49-F238E27FC236}">
                <a16:creationId xmlns:a16="http://schemas.microsoft.com/office/drawing/2014/main" id="{45B7732C-06F8-2B40-375B-3081BD422BA1}"/>
              </a:ext>
            </a:extLst>
          </p:cNvPr>
          <p:cNvSpPr/>
          <p:nvPr/>
        </p:nvSpPr>
        <p:spPr>
          <a:xfrm>
            <a:off x="1872762" y="3464169"/>
            <a:ext cx="5732584" cy="115179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4" name="Picture 3" descr="A screenshot of a computer&#10;&#10;AI-generated content may be incorrect.">
            <a:extLst>
              <a:ext uri="{FF2B5EF4-FFF2-40B4-BE49-F238E27FC236}">
                <a16:creationId xmlns:a16="http://schemas.microsoft.com/office/drawing/2014/main" id="{7A08D7AE-5F8C-E21F-024D-CFD75D3DAF80}"/>
              </a:ext>
            </a:extLst>
          </p:cNvPr>
          <p:cNvPicPr>
            <a:picLocks noChangeAspect="1"/>
          </p:cNvPicPr>
          <p:nvPr/>
        </p:nvPicPr>
        <p:blipFill>
          <a:blip r:embed="rId2" cstate="print">
            <a:extLst>
              <a:ext uri="{28A0092B-C50C-407E-A947-70E740481C1C}">
                <a14:useLocalDpi xmlns:a14="http://schemas.microsoft.com/office/drawing/2010/main" val="0"/>
              </a:ext>
            </a:extLst>
          </a:blip>
          <a:srcRect l="21447" r="21029"/>
          <a:stretch/>
        </p:blipFill>
        <p:spPr>
          <a:xfrm>
            <a:off x="105508" y="610020"/>
            <a:ext cx="3068515" cy="2380816"/>
          </a:xfrm>
          <a:prstGeom prst="rect">
            <a:avLst/>
          </a:prstGeom>
        </p:spPr>
      </p:pic>
      <p:pic>
        <p:nvPicPr>
          <p:cNvPr id="6" name="Picture 5" descr="A screen shot of a computer&#10;&#10;AI-generated content may be incorrect.">
            <a:extLst>
              <a:ext uri="{FF2B5EF4-FFF2-40B4-BE49-F238E27FC236}">
                <a16:creationId xmlns:a16="http://schemas.microsoft.com/office/drawing/2014/main" id="{FF135112-7FD4-7762-2FE3-2F66FBFC68A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06635" y="2672752"/>
            <a:ext cx="5334376" cy="2380816"/>
          </a:xfrm>
          <a:prstGeom prst="rect">
            <a:avLst/>
          </a:prstGeom>
        </p:spPr>
      </p:pic>
      <p:pic>
        <p:nvPicPr>
          <p:cNvPr id="10" name="Picture 9" descr="A green and black logo&#10;&#10;AI-generated content may be incorrect.">
            <a:extLst>
              <a:ext uri="{FF2B5EF4-FFF2-40B4-BE49-F238E27FC236}">
                <a16:creationId xmlns:a16="http://schemas.microsoft.com/office/drawing/2014/main" id="{01F1F2F2-7E99-9807-6D5B-1E1C42BA30AA}"/>
              </a:ext>
            </a:extLst>
          </p:cNvPr>
          <p:cNvPicPr>
            <a:picLocks noChangeAspect="1"/>
          </p:cNvPicPr>
          <p:nvPr/>
        </p:nvPicPr>
        <p:blipFill>
          <a:blip r:embed="rId4" cstate="print">
            <a:extLst>
              <a:ext uri="{28A0092B-C50C-407E-A947-70E740481C1C}">
                <a14:useLocalDpi xmlns:a14="http://schemas.microsoft.com/office/drawing/2010/main" val="0"/>
              </a:ext>
            </a:extLst>
          </a:blip>
          <a:srcRect l="17180" t="15556" r="14943" b="14800"/>
          <a:stretch/>
        </p:blipFill>
        <p:spPr>
          <a:xfrm>
            <a:off x="1538654" y="3321707"/>
            <a:ext cx="1495400" cy="1534346"/>
          </a:xfrm>
          <a:prstGeom prst="rect">
            <a:avLst/>
          </a:prstGeom>
        </p:spPr>
      </p:pic>
      <p:pic>
        <p:nvPicPr>
          <p:cNvPr id="12" name="Picture 11" descr="A screenshot of a chat&#10;&#10;AI-generated content may be incorrect.">
            <a:extLst>
              <a:ext uri="{FF2B5EF4-FFF2-40B4-BE49-F238E27FC236}">
                <a16:creationId xmlns:a16="http://schemas.microsoft.com/office/drawing/2014/main" id="{E931E4F0-A720-2422-81F8-2FF6AFB558C6}"/>
              </a:ext>
            </a:extLst>
          </p:cNvPr>
          <p:cNvPicPr>
            <a:picLocks noChangeAspect="1"/>
          </p:cNvPicPr>
          <p:nvPr/>
        </p:nvPicPr>
        <p:blipFill>
          <a:blip r:embed="rId5" cstate="print">
            <a:extLst>
              <a:ext uri="{28A0092B-C50C-407E-A947-70E740481C1C}">
                <a14:useLocalDpi xmlns:a14="http://schemas.microsoft.com/office/drawing/2010/main" val="0"/>
              </a:ext>
            </a:extLst>
          </a:blip>
          <a:srcRect l="3781" r="2654"/>
          <a:stretch/>
        </p:blipFill>
        <p:spPr>
          <a:xfrm>
            <a:off x="3659700" y="178608"/>
            <a:ext cx="4985238" cy="2393142"/>
          </a:xfrm>
          <a:prstGeom prst="rect">
            <a:avLst/>
          </a:prstGeom>
        </p:spPr>
      </p:pic>
    </p:spTree>
    <p:extLst>
      <p:ext uri="{BB962C8B-B14F-4D97-AF65-F5344CB8AC3E}">
        <p14:creationId xmlns:p14="http://schemas.microsoft.com/office/powerpoint/2010/main" val="8275706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B9D8A-604A-594B-5390-080E04AE399C}"/>
            </a:ext>
          </a:extLst>
        </p:cNvPr>
        <p:cNvGrpSpPr/>
        <p:nvPr/>
      </p:nvGrpSpPr>
      <p:grpSpPr>
        <a:xfrm>
          <a:off x="0" y="0"/>
          <a:ext cx="0" cy="0"/>
          <a:chOff x="0" y="0"/>
          <a:chExt cx="0" cy="0"/>
        </a:xfrm>
      </p:grpSpPr>
      <p:sp>
        <p:nvSpPr>
          <p:cNvPr id="304" name="PlaceHolder 1">
            <a:extLst>
              <a:ext uri="{FF2B5EF4-FFF2-40B4-BE49-F238E27FC236}">
                <a16:creationId xmlns:a16="http://schemas.microsoft.com/office/drawing/2014/main" id="{898ED831-4869-E76A-D02E-5A127F709BAB}"/>
              </a:ext>
            </a:extLst>
          </p:cNvPr>
          <p:cNvSpPr>
            <a:spLocks noGrp="1"/>
          </p:cNvSpPr>
          <p:nvPr>
            <p:ph type="title"/>
          </p:nvPr>
        </p:nvSpPr>
        <p:spPr>
          <a:xfrm>
            <a:off x="0" y="-23026"/>
            <a:ext cx="2991683" cy="633046"/>
          </a:xfrm>
          <a:prstGeom prst="rect">
            <a:avLst/>
          </a:prstGeom>
          <a:noFill/>
          <a:ln w="0">
            <a:noFill/>
          </a:ln>
        </p:spPr>
        <p:txBody>
          <a:bodyPr lIns="91440" tIns="91440" rIns="91440" bIns="91440" anchor="t">
            <a:normAutofit/>
          </a:bodyPr>
          <a:lstStyle/>
          <a:p>
            <a:pPr indent="0" algn="ctr">
              <a:lnSpc>
                <a:spcPct val="100000"/>
              </a:lnSpc>
              <a:buNone/>
              <a:tabLst>
                <a:tab pos="0" algn="l"/>
              </a:tabLst>
            </a:pPr>
            <a:r>
              <a:rPr lang="en" sz="2800" spc="-1" dirty="0">
                <a:solidFill>
                  <a:schemeClr val="dk1"/>
                </a:solidFill>
                <a:latin typeface="Montserrat ExtraBold"/>
              </a:rPr>
              <a:t>User Interface</a:t>
            </a:r>
            <a:endParaRPr lang="fr-FR" sz="2800" b="0" strike="noStrike" spc="-1" dirty="0">
              <a:solidFill>
                <a:schemeClr val="dk1"/>
              </a:solidFill>
              <a:latin typeface="Arial"/>
            </a:endParaRPr>
          </a:p>
        </p:txBody>
      </p:sp>
      <p:sp>
        <p:nvSpPr>
          <p:cNvPr id="306" name="Google Shape;577;p46">
            <a:extLst>
              <a:ext uri="{FF2B5EF4-FFF2-40B4-BE49-F238E27FC236}">
                <a16:creationId xmlns:a16="http://schemas.microsoft.com/office/drawing/2014/main" id="{5E80E0A7-4A4D-5E38-5231-5DCA2F6B35E3}"/>
              </a:ext>
            </a:extLst>
          </p:cNvPr>
          <p:cNvSpPr/>
          <p:nvPr/>
        </p:nvSpPr>
        <p:spPr>
          <a:xfrm>
            <a:off x="2205374" y="3528317"/>
            <a:ext cx="5268088" cy="964551"/>
          </a:xfrm>
          <a:prstGeom prst="rect">
            <a:avLst/>
          </a:prstGeom>
          <a:noFill/>
          <a:ln w="0">
            <a:noFill/>
          </a:ln>
        </p:spPr>
        <p:style>
          <a:lnRef idx="0">
            <a:scrgbClr r="0" g="0" b="0"/>
          </a:lnRef>
          <a:fillRef idx="0">
            <a:scrgbClr r="0" g="0" b="0"/>
          </a:fillRef>
          <a:effectRef idx="0">
            <a:scrgbClr r="0" g="0" b="0"/>
          </a:effectRef>
          <a:fontRef idx="minor"/>
        </p:style>
        <p:txBody>
          <a:bodyPr lIns="870823080" tIns="166680" rIns="870823080" bIns="166680" anchor="t">
            <a:normAutofit fontScale="32500" lnSpcReduction="20000"/>
          </a:bodyPr>
          <a:lstStyle/>
          <a:p>
            <a:pPr algn="ctr" defTabSz="914400">
              <a:lnSpc>
                <a:spcPct val="100000"/>
              </a:lnSpc>
              <a:tabLst>
                <a:tab pos="0" algn="l"/>
              </a:tabLst>
            </a:pPr>
            <a:r>
              <a:rPr lang="en" sz="1200" b="0" strike="noStrike" spc="-1">
                <a:solidFill>
                  <a:schemeClr val="dk1"/>
                </a:solidFill>
                <a:latin typeface="Arial"/>
              </a:rPr>
              <a:t>+91 620 421 838</a:t>
            </a:r>
            <a:endParaRPr lang="en-US" sz="1200" b="0" strike="noStrike" spc="-1">
              <a:solidFill>
                <a:srgbClr val="FFFFFF"/>
              </a:solidFill>
              <a:latin typeface="OpenSymbol"/>
            </a:endParaRPr>
          </a:p>
        </p:txBody>
      </p:sp>
      <p:grpSp>
        <p:nvGrpSpPr>
          <p:cNvPr id="307" name="Google Shape;578;p46">
            <a:extLst>
              <a:ext uri="{FF2B5EF4-FFF2-40B4-BE49-F238E27FC236}">
                <a16:creationId xmlns:a16="http://schemas.microsoft.com/office/drawing/2014/main" id="{2E4E1D80-4DB1-8C93-4ED1-18F25FB3EAF7}"/>
              </a:ext>
            </a:extLst>
          </p:cNvPr>
          <p:cNvGrpSpPr/>
          <p:nvPr/>
        </p:nvGrpSpPr>
        <p:grpSpPr>
          <a:xfrm>
            <a:off x="842040" y="3863160"/>
            <a:ext cx="68040" cy="519120"/>
            <a:chOff x="842040" y="3863160"/>
            <a:chExt cx="68040" cy="519120"/>
          </a:xfrm>
        </p:grpSpPr>
        <p:sp>
          <p:nvSpPr>
            <p:cNvPr id="308" name="Google Shape;579;p46">
              <a:extLst>
                <a:ext uri="{FF2B5EF4-FFF2-40B4-BE49-F238E27FC236}">
                  <a16:creationId xmlns:a16="http://schemas.microsoft.com/office/drawing/2014/main" id="{7DE5AF73-31C4-DAAC-D5B1-508D47A94AD3}"/>
                </a:ext>
              </a:extLst>
            </p:cNvPr>
            <p:cNvSpPr/>
            <p:nvPr/>
          </p:nvSpPr>
          <p:spPr>
            <a:xfrm rot="5400000">
              <a:off x="842040" y="386316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309" name="Google Shape;580;p46">
              <a:extLst>
                <a:ext uri="{FF2B5EF4-FFF2-40B4-BE49-F238E27FC236}">
                  <a16:creationId xmlns:a16="http://schemas.microsoft.com/office/drawing/2014/main" id="{FC3E0F10-E41A-9DC6-CC66-296B8B6F9E86}"/>
                </a:ext>
              </a:extLst>
            </p:cNvPr>
            <p:cNvSpPr/>
            <p:nvPr/>
          </p:nvSpPr>
          <p:spPr>
            <a:xfrm rot="5400000">
              <a:off x="842040" y="408888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310" name="Google Shape;581;p46">
              <a:extLst>
                <a:ext uri="{FF2B5EF4-FFF2-40B4-BE49-F238E27FC236}">
                  <a16:creationId xmlns:a16="http://schemas.microsoft.com/office/drawing/2014/main" id="{01F650E6-3EAA-F2BB-3E95-D6546B859838}"/>
                </a:ext>
              </a:extLst>
            </p:cNvPr>
            <p:cNvSpPr/>
            <p:nvPr/>
          </p:nvSpPr>
          <p:spPr>
            <a:xfrm rot="5400000">
              <a:off x="842040" y="431424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
        <p:nvSpPr>
          <p:cNvPr id="2" name="Rectangle 1">
            <a:extLst>
              <a:ext uri="{FF2B5EF4-FFF2-40B4-BE49-F238E27FC236}">
                <a16:creationId xmlns:a16="http://schemas.microsoft.com/office/drawing/2014/main" id="{700D6387-CCFB-1768-97DC-978E11398A59}"/>
              </a:ext>
            </a:extLst>
          </p:cNvPr>
          <p:cNvSpPr/>
          <p:nvPr/>
        </p:nvSpPr>
        <p:spPr>
          <a:xfrm>
            <a:off x="1872762" y="3464169"/>
            <a:ext cx="5732584" cy="115179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4" name="Picture 3" descr="A screenshot of a contact us&#10;&#10;AI-generated content may be incorrect.">
            <a:extLst>
              <a:ext uri="{FF2B5EF4-FFF2-40B4-BE49-F238E27FC236}">
                <a16:creationId xmlns:a16="http://schemas.microsoft.com/office/drawing/2014/main" id="{4BAA1F7B-9BEA-0CEB-DBD5-73144E9803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12976" y="0"/>
            <a:ext cx="4631024" cy="3302198"/>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69E8992E-E514-A747-3ED3-32F879CD41A1}"/>
              </a:ext>
            </a:extLst>
          </p:cNvPr>
          <p:cNvPicPr>
            <a:picLocks noChangeAspect="1"/>
          </p:cNvPicPr>
          <p:nvPr/>
        </p:nvPicPr>
        <p:blipFill>
          <a:blip r:embed="rId3">
            <a:extLst>
              <a:ext uri="{28A0092B-C50C-407E-A947-70E740481C1C}">
                <a14:useLocalDpi xmlns:a14="http://schemas.microsoft.com/office/drawing/2010/main" val="0"/>
              </a:ext>
            </a:extLst>
          </a:blip>
          <a:srcRect l="18269" t="3308" r="19039" b="29912"/>
          <a:stretch/>
        </p:blipFill>
        <p:spPr>
          <a:xfrm>
            <a:off x="0" y="2414698"/>
            <a:ext cx="5732584" cy="2728802"/>
          </a:xfrm>
          <a:prstGeom prst="rect">
            <a:avLst/>
          </a:prstGeom>
        </p:spPr>
      </p:pic>
      <p:pic>
        <p:nvPicPr>
          <p:cNvPr id="8" name="Picture 7" descr="A green and black logo&#10;&#10;AI-generated content may be incorrect.">
            <a:extLst>
              <a:ext uri="{FF2B5EF4-FFF2-40B4-BE49-F238E27FC236}">
                <a16:creationId xmlns:a16="http://schemas.microsoft.com/office/drawing/2014/main" id="{39E9D679-3CD3-C1A5-8E03-FBD24E5A6BC0}"/>
              </a:ext>
            </a:extLst>
          </p:cNvPr>
          <p:cNvPicPr>
            <a:picLocks noChangeAspect="1"/>
          </p:cNvPicPr>
          <p:nvPr/>
        </p:nvPicPr>
        <p:blipFill>
          <a:blip r:embed="rId4" cstate="print">
            <a:extLst>
              <a:ext uri="{28A0092B-C50C-407E-A947-70E740481C1C}">
                <a14:useLocalDpi xmlns:a14="http://schemas.microsoft.com/office/drawing/2010/main" val="0"/>
              </a:ext>
            </a:extLst>
          </a:blip>
          <a:srcRect l="17521" t="16239" r="16496" b="15394"/>
          <a:stretch/>
        </p:blipFill>
        <p:spPr>
          <a:xfrm>
            <a:off x="2083778" y="835269"/>
            <a:ext cx="1015226" cy="1051891"/>
          </a:xfrm>
          <a:prstGeom prst="rect">
            <a:avLst/>
          </a:prstGeom>
        </p:spPr>
      </p:pic>
    </p:spTree>
    <p:extLst>
      <p:ext uri="{BB962C8B-B14F-4D97-AF65-F5344CB8AC3E}">
        <p14:creationId xmlns:p14="http://schemas.microsoft.com/office/powerpoint/2010/main" val="25059404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8B560-7742-D685-C367-E28910C07E35}"/>
            </a:ext>
          </a:extLst>
        </p:cNvPr>
        <p:cNvGrpSpPr/>
        <p:nvPr/>
      </p:nvGrpSpPr>
      <p:grpSpPr>
        <a:xfrm>
          <a:off x="0" y="0"/>
          <a:ext cx="0" cy="0"/>
          <a:chOff x="0" y="0"/>
          <a:chExt cx="0" cy="0"/>
        </a:xfrm>
      </p:grpSpPr>
      <p:sp>
        <p:nvSpPr>
          <p:cNvPr id="250" name="PlaceHolder 1">
            <a:extLst>
              <a:ext uri="{FF2B5EF4-FFF2-40B4-BE49-F238E27FC236}">
                <a16:creationId xmlns:a16="http://schemas.microsoft.com/office/drawing/2014/main" id="{0CADDB1F-5D73-812A-0253-8DF1035B1463}"/>
              </a:ext>
            </a:extLst>
          </p:cNvPr>
          <p:cNvSpPr>
            <a:spLocks noGrp="1"/>
          </p:cNvSpPr>
          <p:nvPr>
            <p:ph type="title"/>
          </p:nvPr>
        </p:nvSpPr>
        <p:spPr>
          <a:xfrm>
            <a:off x="2903414" y="2797020"/>
            <a:ext cx="4819320" cy="99036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 sz="4500" b="0" strike="noStrike" spc="-1" dirty="0">
                <a:solidFill>
                  <a:schemeClr val="dk1"/>
                </a:solidFill>
                <a:latin typeface="Montserrat Medium"/>
                <a:ea typeface="Montserrat Medium"/>
              </a:rPr>
              <a:t>Core Technologies</a:t>
            </a:r>
            <a:endParaRPr lang="fr-FR" sz="4500" b="0" strike="noStrike" spc="-1" dirty="0">
              <a:solidFill>
                <a:schemeClr val="dk1"/>
              </a:solidFill>
              <a:latin typeface="Arial"/>
            </a:endParaRPr>
          </a:p>
        </p:txBody>
      </p:sp>
      <p:sp>
        <p:nvSpPr>
          <p:cNvPr id="251" name="PlaceHolder 2">
            <a:extLst>
              <a:ext uri="{FF2B5EF4-FFF2-40B4-BE49-F238E27FC236}">
                <a16:creationId xmlns:a16="http://schemas.microsoft.com/office/drawing/2014/main" id="{B30C217D-F6DC-6CDB-AE91-B5C618E953E5}"/>
              </a:ext>
            </a:extLst>
          </p:cNvPr>
          <p:cNvSpPr>
            <a:spLocks noGrp="1"/>
          </p:cNvSpPr>
          <p:nvPr>
            <p:ph type="title"/>
          </p:nvPr>
        </p:nvSpPr>
        <p:spPr>
          <a:xfrm>
            <a:off x="2859345" y="1762560"/>
            <a:ext cx="1447560" cy="106632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 sz="6000" b="0" strike="noStrike" spc="-1" dirty="0">
                <a:solidFill>
                  <a:schemeClr val="accent4"/>
                </a:solidFill>
                <a:latin typeface="Montserrat ExtraBold"/>
                <a:ea typeface="Montserrat ExtraBold"/>
              </a:rPr>
              <a:t>01</a:t>
            </a:r>
            <a:endParaRPr lang="fr-FR" sz="6000" b="0" strike="noStrike" spc="-1" dirty="0">
              <a:solidFill>
                <a:schemeClr val="dk1"/>
              </a:solidFill>
              <a:latin typeface="Arial"/>
            </a:endParaRPr>
          </a:p>
        </p:txBody>
      </p:sp>
      <p:sp>
        <p:nvSpPr>
          <p:cNvPr id="252" name="Google Shape;358;p31">
            <a:extLst>
              <a:ext uri="{FF2B5EF4-FFF2-40B4-BE49-F238E27FC236}">
                <a16:creationId xmlns:a16="http://schemas.microsoft.com/office/drawing/2014/main" id="{64614CCB-FD30-B85A-E7D5-99A807870091}"/>
              </a:ext>
            </a:extLst>
          </p:cNvPr>
          <p:cNvSpPr/>
          <p:nvPr/>
        </p:nvSpPr>
        <p:spPr>
          <a:xfrm rot="19800000">
            <a:off x="2847600" y="1495440"/>
            <a:ext cx="1133280" cy="256680"/>
          </a:xfrm>
          <a:prstGeom prst="rect">
            <a:avLst/>
          </a:prstGeom>
          <a:noFill/>
          <a:ln w="0">
            <a:noFill/>
          </a:ln>
        </p:spPr>
        <p:style>
          <a:lnRef idx="0">
            <a:scrgbClr r="0" g="0" b="0"/>
          </a:lnRef>
          <a:fillRef idx="0">
            <a:scrgbClr r="0" g="0" b="0"/>
          </a:fillRef>
          <a:effectRef idx="0">
            <a:scrgbClr r="0" g="0" b="0"/>
          </a:effectRef>
          <a:fontRef idx="minor"/>
        </p:style>
        <p:txBody>
          <a:bodyPr lIns="870823080" tIns="128520" rIns="870823080" bIns="128520" anchor="t">
            <a:normAutofit fontScale="25000" lnSpcReduction="20000"/>
          </a:bodyPr>
          <a:lstStyle/>
          <a:p>
            <a:pPr algn="ctr" defTabSz="914400">
              <a:lnSpc>
                <a:spcPct val="100000"/>
              </a:lnSpc>
              <a:tabLst>
                <a:tab pos="0" algn="l"/>
              </a:tabLst>
            </a:pPr>
            <a:endParaRPr lang="fr-FR" sz="1800" b="0" strike="noStrike" spc="-1">
              <a:solidFill>
                <a:schemeClr val="dk1"/>
              </a:solidFill>
              <a:latin typeface="Arial"/>
            </a:endParaRPr>
          </a:p>
        </p:txBody>
      </p:sp>
      <p:grpSp>
        <p:nvGrpSpPr>
          <p:cNvPr id="253" name="Google Shape;359;p31">
            <a:extLst>
              <a:ext uri="{FF2B5EF4-FFF2-40B4-BE49-F238E27FC236}">
                <a16:creationId xmlns:a16="http://schemas.microsoft.com/office/drawing/2014/main" id="{EA0C1F2C-F621-69C9-5904-5739753C81A4}"/>
              </a:ext>
            </a:extLst>
          </p:cNvPr>
          <p:cNvGrpSpPr/>
          <p:nvPr/>
        </p:nvGrpSpPr>
        <p:grpSpPr>
          <a:xfrm>
            <a:off x="906480" y="2311920"/>
            <a:ext cx="7263360" cy="2040120"/>
            <a:chOff x="906480" y="2311920"/>
            <a:chExt cx="7263360" cy="2040120"/>
          </a:xfrm>
        </p:grpSpPr>
        <p:grpSp>
          <p:nvGrpSpPr>
            <p:cNvPr id="254" name="Google Shape;360;p31">
              <a:extLst>
                <a:ext uri="{FF2B5EF4-FFF2-40B4-BE49-F238E27FC236}">
                  <a16:creationId xmlns:a16="http://schemas.microsoft.com/office/drawing/2014/main" id="{022DD76A-3B62-6086-5331-A3E2ABEFE39C}"/>
                </a:ext>
              </a:extLst>
            </p:cNvPr>
            <p:cNvGrpSpPr/>
            <p:nvPr/>
          </p:nvGrpSpPr>
          <p:grpSpPr>
            <a:xfrm>
              <a:off x="7650720" y="4284000"/>
              <a:ext cx="519120" cy="68040"/>
              <a:chOff x="7650720" y="4284000"/>
              <a:chExt cx="519120" cy="68040"/>
            </a:xfrm>
          </p:grpSpPr>
          <p:sp>
            <p:nvSpPr>
              <p:cNvPr id="255" name="Google Shape;361;p31">
                <a:extLst>
                  <a:ext uri="{FF2B5EF4-FFF2-40B4-BE49-F238E27FC236}">
                    <a16:creationId xmlns:a16="http://schemas.microsoft.com/office/drawing/2014/main" id="{E4D28AF0-949E-91C5-7371-05364508D743}"/>
                  </a:ext>
                </a:extLst>
              </p:cNvPr>
              <p:cNvSpPr/>
              <p:nvPr/>
            </p:nvSpPr>
            <p:spPr>
              <a:xfrm>
                <a:off x="7650720" y="428400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256" name="Google Shape;362;p31">
                <a:extLst>
                  <a:ext uri="{FF2B5EF4-FFF2-40B4-BE49-F238E27FC236}">
                    <a16:creationId xmlns:a16="http://schemas.microsoft.com/office/drawing/2014/main" id="{9D8667C4-DC62-E97E-F667-32BAE93F37D6}"/>
                  </a:ext>
                </a:extLst>
              </p:cNvPr>
              <p:cNvSpPr/>
              <p:nvPr/>
            </p:nvSpPr>
            <p:spPr>
              <a:xfrm>
                <a:off x="7876080" y="428400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257" name="Google Shape;363;p31">
                <a:extLst>
                  <a:ext uri="{FF2B5EF4-FFF2-40B4-BE49-F238E27FC236}">
                    <a16:creationId xmlns:a16="http://schemas.microsoft.com/office/drawing/2014/main" id="{AB2146BF-9C93-56F0-8271-A52177322AC9}"/>
                  </a:ext>
                </a:extLst>
              </p:cNvPr>
              <p:cNvSpPr/>
              <p:nvPr/>
            </p:nvSpPr>
            <p:spPr>
              <a:xfrm>
                <a:off x="8101800" y="428400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nvGrpSpPr>
            <p:cNvPr id="258" name="Google Shape;364;p31">
              <a:extLst>
                <a:ext uri="{FF2B5EF4-FFF2-40B4-BE49-F238E27FC236}">
                  <a16:creationId xmlns:a16="http://schemas.microsoft.com/office/drawing/2014/main" id="{A44235E6-45BD-ACFA-4411-1F67369E3F98}"/>
                </a:ext>
              </a:extLst>
            </p:cNvPr>
            <p:cNvGrpSpPr/>
            <p:nvPr/>
          </p:nvGrpSpPr>
          <p:grpSpPr>
            <a:xfrm>
              <a:off x="906480" y="2311920"/>
              <a:ext cx="68040" cy="519120"/>
              <a:chOff x="906480" y="2311920"/>
              <a:chExt cx="68040" cy="519120"/>
            </a:xfrm>
          </p:grpSpPr>
          <p:sp>
            <p:nvSpPr>
              <p:cNvPr id="259" name="Google Shape;365;p31">
                <a:extLst>
                  <a:ext uri="{FF2B5EF4-FFF2-40B4-BE49-F238E27FC236}">
                    <a16:creationId xmlns:a16="http://schemas.microsoft.com/office/drawing/2014/main" id="{28013A64-3186-FA80-7D92-0803A8800F5A}"/>
                  </a:ext>
                </a:extLst>
              </p:cNvPr>
              <p:cNvSpPr/>
              <p:nvPr/>
            </p:nvSpPr>
            <p:spPr>
              <a:xfrm rot="5400000">
                <a:off x="906480" y="231192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260" name="Google Shape;366;p31">
                <a:extLst>
                  <a:ext uri="{FF2B5EF4-FFF2-40B4-BE49-F238E27FC236}">
                    <a16:creationId xmlns:a16="http://schemas.microsoft.com/office/drawing/2014/main" id="{7444DE6D-740A-1B8F-7EB7-24F45178ABCA}"/>
                  </a:ext>
                </a:extLst>
              </p:cNvPr>
              <p:cNvSpPr/>
              <p:nvPr/>
            </p:nvSpPr>
            <p:spPr>
              <a:xfrm rot="5400000">
                <a:off x="906480" y="253764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261" name="Google Shape;367;p31">
                <a:extLst>
                  <a:ext uri="{FF2B5EF4-FFF2-40B4-BE49-F238E27FC236}">
                    <a16:creationId xmlns:a16="http://schemas.microsoft.com/office/drawing/2014/main" id="{8A3FEDE0-25F1-8B9A-3FF2-74E8C99668A9}"/>
                  </a:ext>
                </a:extLst>
              </p:cNvPr>
              <p:cNvSpPr/>
              <p:nvPr/>
            </p:nvSpPr>
            <p:spPr>
              <a:xfrm rot="5400000">
                <a:off x="906480" y="276300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pic>
        <p:nvPicPr>
          <p:cNvPr id="3" name="Picture 2" descr="A green and black logo&#10;&#10;AI-generated content may be incorrect.">
            <a:extLst>
              <a:ext uri="{FF2B5EF4-FFF2-40B4-BE49-F238E27FC236}">
                <a16:creationId xmlns:a16="http://schemas.microsoft.com/office/drawing/2014/main" id="{607D5277-7E50-9FB2-DF66-E2C8BFCB1CDD}"/>
              </a:ext>
            </a:extLst>
          </p:cNvPr>
          <p:cNvPicPr>
            <a:picLocks noChangeAspect="1"/>
          </p:cNvPicPr>
          <p:nvPr/>
        </p:nvPicPr>
        <p:blipFill>
          <a:blip r:embed="rId2" cstate="print">
            <a:extLst>
              <a:ext uri="{28A0092B-C50C-407E-A947-70E740481C1C}">
                <a14:useLocalDpi xmlns:a14="http://schemas.microsoft.com/office/drawing/2010/main" val="0"/>
              </a:ext>
            </a:extLst>
          </a:blip>
          <a:srcRect l="16702" t="14358" r="16495" b="14998"/>
          <a:stretch/>
        </p:blipFill>
        <p:spPr>
          <a:xfrm>
            <a:off x="5375405" y="2018246"/>
            <a:ext cx="1333124" cy="1409782"/>
          </a:xfrm>
          <a:prstGeom prst="rect">
            <a:avLst/>
          </a:prstGeom>
        </p:spPr>
      </p:pic>
    </p:spTree>
    <p:extLst>
      <p:ext uri="{BB962C8B-B14F-4D97-AF65-F5344CB8AC3E}">
        <p14:creationId xmlns:p14="http://schemas.microsoft.com/office/powerpoint/2010/main" val="8190613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 name="PlaceHolder 1"/>
          <p:cNvSpPr>
            <a:spLocks noGrp="1"/>
          </p:cNvSpPr>
          <p:nvPr>
            <p:ph type="title"/>
          </p:nvPr>
        </p:nvSpPr>
        <p:spPr>
          <a:xfrm>
            <a:off x="5056740" y="513156"/>
            <a:ext cx="4295520" cy="57132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 sz="3000" b="0" strike="noStrike" spc="-1" dirty="0">
                <a:solidFill>
                  <a:schemeClr val="dk1"/>
                </a:solidFill>
                <a:latin typeface="Montserrat ExtraBold"/>
                <a:ea typeface="Montserrat ExtraBold"/>
              </a:rPr>
              <a:t>Frontend stack</a:t>
            </a:r>
            <a:endParaRPr lang="fr-FR" sz="3000" b="0" strike="noStrike" spc="-1" dirty="0">
              <a:solidFill>
                <a:schemeClr val="dk1"/>
              </a:solidFill>
              <a:latin typeface="Arial"/>
            </a:endParaRPr>
          </a:p>
        </p:txBody>
      </p:sp>
      <p:sp>
        <p:nvSpPr>
          <p:cNvPr id="263" name="PlaceHolder 2"/>
          <p:cNvSpPr>
            <a:spLocks noGrp="1"/>
          </p:cNvSpPr>
          <p:nvPr>
            <p:ph type="subTitle"/>
          </p:nvPr>
        </p:nvSpPr>
        <p:spPr>
          <a:xfrm>
            <a:off x="4280656" y="1271336"/>
            <a:ext cx="4295520" cy="18666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400" b="0" strike="noStrike" spc="-1" dirty="0">
                <a:solidFill>
                  <a:schemeClr val="dk1"/>
                </a:solidFill>
                <a:latin typeface="DM Sans"/>
                <a:ea typeface="DM Sans"/>
              </a:rPr>
              <a:t>The frontend of Paisa is powered by Next.js 15, which allows for server-side rendering and fast performance. It utilizes React 19 for building interactive user interfaces, and Tailwind CSS for responsive design and styling. UI components are integrated to provide a modern look and feel.</a:t>
            </a:r>
            <a:endParaRPr lang="en-US" sz="1400" b="0" strike="noStrike" spc="-1" dirty="0">
              <a:solidFill>
                <a:srgbClr val="FFFFFF"/>
              </a:solidFill>
              <a:latin typeface="OpenSymbol"/>
            </a:endParaRPr>
          </a:p>
        </p:txBody>
      </p:sp>
      <p:grpSp>
        <p:nvGrpSpPr>
          <p:cNvPr id="265" name="Google Shape;349;p30"/>
          <p:cNvGrpSpPr/>
          <p:nvPr/>
        </p:nvGrpSpPr>
        <p:grpSpPr>
          <a:xfrm>
            <a:off x="7041960" y="4324320"/>
            <a:ext cx="1598760" cy="483840"/>
            <a:chOff x="7041960" y="4324320"/>
            <a:chExt cx="1598760" cy="483840"/>
          </a:xfrm>
        </p:grpSpPr>
        <p:sp>
          <p:nvSpPr>
            <p:cNvPr id="266" name="Google Shape;350;p30"/>
            <p:cNvSpPr/>
            <p:nvPr/>
          </p:nvSpPr>
          <p:spPr>
            <a:xfrm>
              <a:off x="7041960" y="4476600"/>
              <a:ext cx="1598760" cy="33156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267" name="Google Shape;351;p30"/>
            <p:cNvSpPr/>
            <p:nvPr/>
          </p:nvSpPr>
          <p:spPr>
            <a:xfrm>
              <a:off x="7041960" y="4324320"/>
              <a:ext cx="1598760" cy="33156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pic>
        <p:nvPicPr>
          <p:cNvPr id="3" name="Picture 2" descr="A close up of a sign">
            <a:extLst>
              <a:ext uri="{FF2B5EF4-FFF2-40B4-BE49-F238E27FC236}">
                <a16:creationId xmlns:a16="http://schemas.microsoft.com/office/drawing/2014/main" id="{51E1A676-688C-2D3A-42EC-8D315B55B5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780" y="682008"/>
            <a:ext cx="3649316" cy="1673137"/>
          </a:xfrm>
          <a:prstGeom prst="rect">
            <a:avLst/>
          </a:prstGeom>
          <a:ln w="28575">
            <a:solidFill>
              <a:schemeClr val="tx1"/>
            </a:solidFill>
          </a:ln>
        </p:spPr>
      </p:pic>
      <p:pic>
        <p:nvPicPr>
          <p:cNvPr id="5" name="Picture 4" descr="A blue and white text on a black background&#10;&#10;AI-generated content may be incorrect.">
            <a:extLst>
              <a:ext uri="{FF2B5EF4-FFF2-40B4-BE49-F238E27FC236}">
                <a16:creationId xmlns:a16="http://schemas.microsoft.com/office/drawing/2014/main" id="{121DF914-39BE-A6BB-3432-7C8862B010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4743" y="2404771"/>
            <a:ext cx="3711389" cy="2085329"/>
          </a:xfrm>
          <a:prstGeom prst="rect">
            <a:avLst/>
          </a:prstGeom>
        </p:spPr>
      </p:pic>
      <p:pic>
        <p:nvPicPr>
          <p:cNvPr id="7" name="Picture 6" descr="A logo on a dark background&#10;&#10;AI-generated content may be incorrect.">
            <a:extLst>
              <a:ext uri="{FF2B5EF4-FFF2-40B4-BE49-F238E27FC236}">
                <a16:creationId xmlns:a16="http://schemas.microsoft.com/office/drawing/2014/main" id="{BA603E2C-03F6-072D-1A6C-45FCCA7558D9}"/>
              </a:ext>
            </a:extLst>
          </p:cNvPr>
          <p:cNvPicPr>
            <a:picLocks noChangeAspect="1"/>
          </p:cNvPicPr>
          <p:nvPr/>
        </p:nvPicPr>
        <p:blipFill>
          <a:blip r:embed="rId4" cstate="print">
            <a:extLst>
              <a:ext uri="{28A0092B-C50C-407E-A947-70E740481C1C}">
                <a14:useLocalDpi xmlns:a14="http://schemas.microsoft.com/office/drawing/2010/main" val="0"/>
              </a:ext>
            </a:extLst>
          </a:blip>
          <a:srcRect l="963" t="28238" r="-963" b="25247"/>
          <a:stretch/>
        </p:blipFill>
        <p:spPr>
          <a:xfrm>
            <a:off x="4093121" y="3181190"/>
            <a:ext cx="4659846" cy="1299406"/>
          </a:xfrm>
          <a:prstGeom prst="rect">
            <a:avLst/>
          </a:prstGeom>
          <a:ln w="28575">
            <a:solidFill>
              <a:schemeClr val="tx1"/>
            </a:solid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 name="PlaceHolder 1"/>
          <p:cNvSpPr>
            <a:spLocks noGrp="1"/>
          </p:cNvSpPr>
          <p:nvPr>
            <p:ph type="title"/>
          </p:nvPr>
        </p:nvSpPr>
        <p:spPr>
          <a:xfrm>
            <a:off x="89264" y="395468"/>
            <a:ext cx="3533400" cy="109512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2100" b="0" strike="noStrike" spc="-1" dirty="0">
                <a:solidFill>
                  <a:schemeClr val="dk1"/>
                </a:solidFill>
                <a:latin typeface="Montserrat ExtraBold"/>
                <a:ea typeface="Montserrat ExtraBold"/>
              </a:rPr>
              <a:t>Backend infrastructure</a:t>
            </a:r>
            <a:endParaRPr lang="fr-FR" sz="2100" b="0" strike="noStrike" spc="-1" dirty="0">
              <a:solidFill>
                <a:schemeClr val="dk1"/>
              </a:solidFill>
              <a:latin typeface="Arial"/>
            </a:endParaRPr>
          </a:p>
        </p:txBody>
      </p:sp>
      <p:sp>
        <p:nvSpPr>
          <p:cNvPr id="269" name="PlaceHolder 2"/>
          <p:cNvSpPr>
            <a:spLocks noGrp="1"/>
          </p:cNvSpPr>
          <p:nvPr>
            <p:ph type="subTitle"/>
          </p:nvPr>
        </p:nvSpPr>
        <p:spPr>
          <a:xfrm>
            <a:off x="89264" y="943028"/>
            <a:ext cx="5083149" cy="3997806"/>
          </a:xfrm>
          <a:prstGeom prst="rect">
            <a:avLst/>
          </a:prstGeom>
          <a:noFill/>
          <a:ln w="0">
            <a:noFill/>
          </a:ln>
        </p:spPr>
        <p:txBody>
          <a:bodyPr lIns="91440" tIns="91440" rIns="91440" bIns="91440" anchor="t">
            <a:normAutofit/>
          </a:bodyPr>
          <a:lstStyle/>
          <a:p>
            <a:pPr marL="514350" indent="-285750">
              <a:lnSpc>
                <a:spcPct val="100000"/>
              </a:lnSpc>
              <a:tabLst>
                <a:tab pos="0" algn="l"/>
              </a:tabLst>
            </a:pPr>
            <a:r>
              <a:rPr lang="en" sz="1600" b="0" strike="noStrike" spc="-1" dirty="0">
                <a:solidFill>
                  <a:schemeClr val="dk1"/>
                </a:solidFill>
                <a:latin typeface="DM Sans"/>
                <a:ea typeface="DM Sans"/>
              </a:rPr>
              <a:t>Paisa's backend is built using Next.js API routes</a:t>
            </a:r>
            <a:r>
              <a:rPr lang="en" sz="1600" spc="-1" dirty="0">
                <a:solidFill>
                  <a:schemeClr val="dk1"/>
                </a:solidFill>
                <a:latin typeface="DM Sans"/>
                <a:ea typeface="DM Sans"/>
              </a:rPr>
              <a:t>.</a:t>
            </a:r>
          </a:p>
          <a:p>
            <a:pPr marL="514350" indent="-285750">
              <a:lnSpc>
                <a:spcPct val="100000"/>
              </a:lnSpc>
              <a:tabLst>
                <a:tab pos="0" algn="l"/>
              </a:tabLst>
            </a:pPr>
            <a:r>
              <a:rPr lang="en" sz="1600" spc="-1" dirty="0">
                <a:solidFill>
                  <a:schemeClr val="dk1"/>
                </a:solidFill>
                <a:latin typeface="DM Sans"/>
                <a:ea typeface="DM Sans"/>
              </a:rPr>
              <a:t>F</a:t>
            </a:r>
            <a:r>
              <a:rPr lang="en" sz="1600" b="0" strike="noStrike" spc="-1" dirty="0">
                <a:solidFill>
                  <a:schemeClr val="dk1"/>
                </a:solidFill>
                <a:latin typeface="DM Sans"/>
                <a:ea typeface="DM Sans"/>
              </a:rPr>
              <a:t>or seamless database management with PostgreSQL. </a:t>
            </a:r>
          </a:p>
          <a:p>
            <a:pPr marL="514350" indent="-285750">
              <a:lnSpc>
                <a:spcPct val="100000"/>
              </a:lnSpc>
              <a:tabLst>
                <a:tab pos="0" algn="l"/>
              </a:tabLst>
            </a:pPr>
            <a:r>
              <a:rPr lang="en" sz="1600" b="0" strike="noStrike" spc="-1" dirty="0">
                <a:solidFill>
                  <a:schemeClr val="dk1"/>
                </a:solidFill>
                <a:latin typeface="DM Sans"/>
                <a:ea typeface="DM Sans"/>
              </a:rPr>
              <a:t>This robust architecture ensures secure data handling and efficient query execution.</a:t>
            </a:r>
          </a:p>
          <a:p>
            <a:pPr marL="514350" indent="-285750">
              <a:lnSpc>
                <a:spcPct val="100000"/>
              </a:lnSpc>
              <a:tabLst>
                <a:tab pos="0" algn="l"/>
              </a:tabLst>
            </a:pPr>
            <a:r>
              <a:rPr lang="en" sz="1600" b="0" strike="noStrike" spc="-1" dirty="0">
                <a:solidFill>
                  <a:schemeClr val="dk1"/>
                </a:solidFill>
                <a:latin typeface="DM Sans"/>
                <a:ea typeface="DM Sans"/>
              </a:rPr>
              <a:t> Additionally, integration with Google Gemini AI enhances the platform's capabilities in providing personalized financial recommendations.</a:t>
            </a:r>
            <a:endParaRPr lang="en-US" sz="1600" b="0" strike="noStrike" spc="-1" dirty="0">
              <a:solidFill>
                <a:srgbClr val="FFFFFF"/>
              </a:solidFill>
              <a:latin typeface="OpenSymbol"/>
            </a:endParaRPr>
          </a:p>
        </p:txBody>
      </p:sp>
      <p:graphicFrame>
        <p:nvGraphicFramePr>
          <p:cNvPr id="4" name="Diagram 3">
            <a:extLst>
              <a:ext uri="{FF2B5EF4-FFF2-40B4-BE49-F238E27FC236}">
                <a16:creationId xmlns:a16="http://schemas.microsoft.com/office/drawing/2014/main" id="{C4386E30-7AF6-120E-B15F-5F6A9214332D}"/>
              </a:ext>
            </a:extLst>
          </p:cNvPr>
          <p:cNvGraphicFramePr/>
          <p:nvPr>
            <p:extLst>
              <p:ext uri="{D42A27DB-BD31-4B8C-83A1-F6EECF244321}">
                <p14:modId xmlns:p14="http://schemas.microsoft.com/office/powerpoint/2010/main" val="136213495"/>
              </p:ext>
            </p:extLst>
          </p:nvPr>
        </p:nvGraphicFramePr>
        <p:xfrm>
          <a:off x="5521338" y="395468"/>
          <a:ext cx="2914490" cy="16422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9" descr="A blue elephant head with tusks and orange logo&#10;&#10;AI-generated content may be incorrect.">
            <a:extLst>
              <a:ext uri="{FF2B5EF4-FFF2-40B4-BE49-F238E27FC236}">
                <a16:creationId xmlns:a16="http://schemas.microsoft.com/office/drawing/2014/main" id="{FC670593-97DE-48DE-5A36-DA8A3DD707F6}"/>
              </a:ext>
            </a:extLst>
          </p:cNvPr>
          <p:cNvPicPr>
            <a:picLocks noChangeAspect="1"/>
          </p:cNvPicPr>
          <p:nvPr/>
        </p:nvPicPr>
        <p:blipFill>
          <a:blip r:embed="rId7" cstate="print">
            <a:extLst>
              <a:ext uri="{BEBA8EAE-BF5A-486C-A8C5-ECC9F3942E4B}">
                <a14:imgProps xmlns:a14="http://schemas.microsoft.com/office/drawing/2010/main">
                  <a14:imgLayer r:embed="rId8">
                    <a14:imgEffect>
                      <a14:colorTemperature colorTemp="4700"/>
                    </a14:imgEffect>
                  </a14:imgLayer>
                </a14:imgProps>
              </a:ext>
              <a:ext uri="{28A0092B-C50C-407E-A947-70E740481C1C}">
                <a14:useLocalDpi xmlns:a14="http://schemas.microsoft.com/office/drawing/2010/main" val="0"/>
              </a:ext>
            </a:extLst>
          </a:blip>
          <a:stretch>
            <a:fillRect/>
          </a:stretch>
        </p:blipFill>
        <p:spPr>
          <a:xfrm>
            <a:off x="5521338" y="2063123"/>
            <a:ext cx="3622662" cy="1816011"/>
          </a:xfrm>
          <a:prstGeom prst="rect">
            <a:avLst/>
          </a:prstGeom>
        </p:spPr>
      </p:pic>
      <p:pic>
        <p:nvPicPr>
          <p:cNvPr id="14" name="Picture 13" descr="A robot with colorful lights">
            <a:extLst>
              <a:ext uri="{FF2B5EF4-FFF2-40B4-BE49-F238E27FC236}">
                <a16:creationId xmlns:a16="http://schemas.microsoft.com/office/drawing/2014/main" id="{CC9A8B2F-E510-9243-DBA8-6B396ACE21A3}"/>
              </a:ext>
            </a:extLst>
          </p:cNvPr>
          <p:cNvPicPr>
            <a:picLocks noChangeAspect="1"/>
          </p:cNvPicPr>
          <p:nvPr/>
        </p:nvPicPr>
        <p:blipFill>
          <a:blip r:embed="rId9" cstate="print">
            <a:extLst>
              <a:ext uri="{BEBA8EAE-BF5A-486C-A8C5-ECC9F3942E4B}">
                <a14:imgProps xmlns:a14="http://schemas.microsoft.com/office/drawing/2010/main">
                  <a14:imgLayer r:embed="rId10">
                    <a14:imgEffect>
                      <a14:backgroundRemoval t="10000" b="99630" l="9959" r="89836">
                        <a14:foregroundMark x1="21766" y1="90926" x2="21766" y2="90926"/>
                        <a14:foregroundMark x1="22485" y1="99630" x2="22485" y2="99630"/>
                        <a14:foregroundMark x1="55441" y1="48148" x2="55441" y2="48148"/>
                        <a14:foregroundMark x1="54928" y1="45185" x2="54928" y2="45185"/>
                        <a14:foregroundMark x1="72587" y1="43333" x2="72587" y2="43333"/>
                        <a14:foregroundMark x1="71971" y1="45000" x2="71971" y2="45000"/>
                        <a14:foregroundMark x1="69405" y1="61296" x2="69405" y2="61296"/>
                        <a14:foregroundMark x1="71869" y1="63704" x2="71869" y2="63704"/>
                        <a14:foregroundMark x1="73819" y1="63148" x2="73819" y2="63148"/>
                        <a14:foregroundMark x1="78234" y1="61667" x2="78234" y2="61667"/>
                        <a14:foregroundMark x1="80595" y1="62778" x2="80595" y2="62778"/>
                        <a14:foregroundMark x1="67043" y1="66296" x2="67043" y2="66296"/>
                        <a14:foregroundMark x1="66735" y1="66296" x2="66735" y2="66296"/>
                        <a14:backgroundMark x1="70329" y1="62963" x2="70329" y2="62963"/>
                        <a14:backgroundMark x1="74333" y1="65370" x2="74333" y2="65370"/>
                      </a14:backgroundRemoval>
                    </a14:imgEffect>
                  </a14:imgLayer>
                </a14:imgProps>
              </a:ext>
              <a:ext uri="{28A0092B-C50C-407E-A947-70E740481C1C}">
                <a14:useLocalDpi xmlns:a14="http://schemas.microsoft.com/office/drawing/2010/main" val="0"/>
              </a:ext>
            </a:extLst>
          </a:blip>
          <a:stretch>
            <a:fillRect/>
          </a:stretch>
        </p:blipFill>
        <p:spPr>
          <a:xfrm>
            <a:off x="2854613" y="3234978"/>
            <a:ext cx="3442408" cy="1908522"/>
          </a:xfrm>
          <a:prstGeom prst="rect">
            <a:avLst/>
          </a:prstGeom>
        </p:spPr>
      </p:pic>
      <p:pic>
        <p:nvPicPr>
          <p:cNvPr id="16" name="Picture 15">
            <a:extLst>
              <a:ext uri="{FF2B5EF4-FFF2-40B4-BE49-F238E27FC236}">
                <a16:creationId xmlns:a16="http://schemas.microsoft.com/office/drawing/2014/main" id="{AD4F2AFA-6F5D-65ED-7AC0-A048E5ABB942}"/>
              </a:ext>
            </a:extLst>
          </p:cNvPr>
          <p:cNvPicPr>
            <a:picLocks noChangeAspect="1"/>
          </p:cNvPicPr>
          <p:nvPr/>
        </p:nvPicPr>
        <p:blipFill>
          <a:blip r:embed="rId11" cstate="print">
            <a:extLst>
              <a:ext uri="{28A0092B-C50C-407E-A947-70E740481C1C}">
                <a14:useLocalDpi xmlns:a14="http://schemas.microsoft.com/office/drawing/2010/main" val="0"/>
              </a:ext>
            </a:extLst>
          </a:blip>
          <a:srcRect l="12200" t="10151" r="11758" b="16337"/>
          <a:stretch/>
        </p:blipFill>
        <p:spPr>
          <a:xfrm>
            <a:off x="7874393" y="4027135"/>
            <a:ext cx="945136" cy="91369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 name="PlaceHolder 1"/>
          <p:cNvSpPr>
            <a:spLocks noGrp="1"/>
          </p:cNvSpPr>
          <p:nvPr>
            <p:ph type="title"/>
          </p:nvPr>
        </p:nvSpPr>
        <p:spPr>
          <a:xfrm>
            <a:off x="5320662" y="78566"/>
            <a:ext cx="4295520" cy="57132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 sz="3000" b="0" strike="noStrike" spc="-1" dirty="0">
                <a:solidFill>
                  <a:schemeClr val="dk1"/>
                </a:solidFill>
                <a:latin typeface="Montserrat ExtraBold"/>
                <a:ea typeface="Montserrat ExtraBold"/>
              </a:rPr>
              <a:t>AI integration</a:t>
            </a:r>
            <a:endParaRPr lang="fr-FR" sz="3000" b="0" strike="noStrike" spc="-1" dirty="0">
              <a:solidFill>
                <a:schemeClr val="dk1"/>
              </a:solidFill>
              <a:latin typeface="Arial"/>
            </a:endParaRPr>
          </a:p>
        </p:txBody>
      </p:sp>
      <p:sp>
        <p:nvSpPr>
          <p:cNvPr id="272" name="PlaceHolder 2"/>
          <p:cNvSpPr>
            <a:spLocks noGrp="1"/>
          </p:cNvSpPr>
          <p:nvPr>
            <p:ph type="subTitle"/>
          </p:nvPr>
        </p:nvSpPr>
        <p:spPr>
          <a:xfrm>
            <a:off x="4019399" y="817978"/>
            <a:ext cx="4917131" cy="2901098"/>
          </a:xfrm>
          <a:prstGeom prst="rect">
            <a:avLst/>
          </a:prstGeom>
          <a:noFill/>
          <a:ln w="0">
            <a:noFill/>
          </a:ln>
        </p:spPr>
        <p:txBody>
          <a:bodyPr lIns="91440" tIns="91440" rIns="91440" bIns="91440" anchor="t">
            <a:normAutofit fontScale="92500" lnSpcReduction="10000"/>
          </a:bodyPr>
          <a:lstStyle/>
          <a:p>
            <a:pPr marL="514350" indent="-285750">
              <a:lnSpc>
                <a:spcPct val="100000"/>
              </a:lnSpc>
              <a:tabLst>
                <a:tab pos="0" algn="l"/>
              </a:tabLst>
            </a:pPr>
            <a:r>
              <a:rPr lang="en" sz="1400" b="0" strike="noStrike" spc="-1" dirty="0">
                <a:solidFill>
                  <a:schemeClr val="dk1"/>
                </a:solidFill>
                <a:latin typeface="DM Sans"/>
                <a:ea typeface="DM Sans"/>
              </a:rPr>
              <a:t>Paisa utilizes Google Gemini AI to enhance user experience by providing tailored financial recommendations. </a:t>
            </a:r>
          </a:p>
          <a:p>
            <a:pPr marL="514350" indent="-285750">
              <a:lnSpc>
                <a:spcPct val="100000"/>
              </a:lnSpc>
              <a:tabLst>
                <a:tab pos="0" algn="l"/>
              </a:tabLst>
            </a:pPr>
            <a:r>
              <a:rPr lang="en" sz="1400" b="0" strike="noStrike" spc="-1" dirty="0">
                <a:solidFill>
                  <a:schemeClr val="dk1"/>
                </a:solidFill>
                <a:latin typeface="DM Sans"/>
                <a:ea typeface="DM Sans"/>
              </a:rPr>
              <a:t>This integration allows the platform to analyze user spending patterns and generate actionable insights.</a:t>
            </a:r>
          </a:p>
          <a:p>
            <a:pPr marL="514350" indent="-285750">
              <a:lnSpc>
                <a:spcPct val="100000"/>
              </a:lnSpc>
              <a:tabLst>
                <a:tab pos="0" algn="l"/>
              </a:tabLst>
            </a:pPr>
            <a:r>
              <a:rPr lang="en" sz="1400" b="0" strike="noStrike" spc="-1" dirty="0">
                <a:solidFill>
                  <a:schemeClr val="dk1"/>
                </a:solidFill>
                <a:latin typeface="DM Sans"/>
                <a:ea typeface="DM Sans"/>
              </a:rPr>
              <a:t> Users benefit from three tiers of recommendations: quick wins for immediate savings, monthly plans for medium-term financial goals, and long-term strategies for significant financial planning.</a:t>
            </a:r>
          </a:p>
          <a:p>
            <a:pPr marL="514350" indent="-285750">
              <a:lnSpc>
                <a:spcPct val="100000"/>
              </a:lnSpc>
              <a:tabLst>
                <a:tab pos="0" algn="l"/>
              </a:tabLst>
            </a:pPr>
            <a:r>
              <a:rPr lang="en" sz="1400" b="0" strike="noStrike" spc="-1" dirty="0">
                <a:solidFill>
                  <a:schemeClr val="dk1"/>
                </a:solidFill>
                <a:latin typeface="DM Sans"/>
                <a:ea typeface="DM Sans"/>
              </a:rPr>
              <a:t> The AI also calculates potential savings impact on monthly and annual budgets, helping users make informed financial decisions.</a:t>
            </a:r>
            <a:endParaRPr lang="en-US" sz="1400" b="0" strike="noStrike" spc="-1" dirty="0">
              <a:solidFill>
                <a:srgbClr val="FFFFFF"/>
              </a:solidFill>
              <a:latin typeface="OpenSymbol"/>
            </a:endParaRPr>
          </a:p>
        </p:txBody>
      </p:sp>
      <p:pic>
        <p:nvPicPr>
          <p:cNvPr id="273" name="Google Shape;348;p30"/>
          <p:cNvPicPr/>
          <p:nvPr/>
        </p:nvPicPr>
        <p:blipFill>
          <a:blip r:embed="rId2"/>
          <a:srcRect t="288" b="288"/>
          <a:stretch/>
        </p:blipFill>
        <p:spPr>
          <a:xfrm>
            <a:off x="0" y="0"/>
            <a:ext cx="3452760" cy="5143320"/>
          </a:xfrm>
          <a:prstGeom prst="rect">
            <a:avLst/>
          </a:prstGeom>
          <a:ln w="9525">
            <a:solidFill>
              <a:srgbClr val="FFFFFF"/>
            </a:solidFill>
            <a:round/>
          </a:ln>
        </p:spPr>
      </p:pic>
      <p:grpSp>
        <p:nvGrpSpPr>
          <p:cNvPr id="274" name="Google Shape;349;p30"/>
          <p:cNvGrpSpPr/>
          <p:nvPr/>
        </p:nvGrpSpPr>
        <p:grpSpPr>
          <a:xfrm>
            <a:off x="7041960" y="4324320"/>
            <a:ext cx="1598760" cy="483840"/>
            <a:chOff x="7041960" y="4324320"/>
            <a:chExt cx="1598760" cy="483840"/>
          </a:xfrm>
        </p:grpSpPr>
        <p:sp>
          <p:nvSpPr>
            <p:cNvPr id="275" name="Google Shape;350;p30"/>
            <p:cNvSpPr/>
            <p:nvPr/>
          </p:nvSpPr>
          <p:spPr>
            <a:xfrm>
              <a:off x="7041960" y="4476600"/>
              <a:ext cx="1598760" cy="33156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276" name="Google Shape;351;p30"/>
            <p:cNvSpPr/>
            <p:nvPr/>
          </p:nvSpPr>
          <p:spPr>
            <a:xfrm>
              <a:off x="7041960" y="4324320"/>
              <a:ext cx="1598760" cy="33156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pic>
        <p:nvPicPr>
          <p:cNvPr id="5" name="Picture 4" descr="A logo with a black background&#10;&#10;AI-generated content may be incorrect.">
            <a:extLst>
              <a:ext uri="{FF2B5EF4-FFF2-40B4-BE49-F238E27FC236}">
                <a16:creationId xmlns:a16="http://schemas.microsoft.com/office/drawing/2014/main" id="{E10647D6-14C5-2693-AB42-253488CDFF8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62198" y="3568664"/>
            <a:ext cx="3640110" cy="158344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E68C3-98B5-2B28-38C0-A72E8B43B47E}"/>
            </a:ext>
          </a:extLst>
        </p:cNvPr>
        <p:cNvGrpSpPr/>
        <p:nvPr/>
      </p:nvGrpSpPr>
      <p:grpSpPr>
        <a:xfrm>
          <a:off x="0" y="0"/>
          <a:ext cx="0" cy="0"/>
          <a:chOff x="0" y="0"/>
          <a:chExt cx="0" cy="0"/>
        </a:xfrm>
      </p:grpSpPr>
      <p:grpSp>
        <p:nvGrpSpPr>
          <p:cNvPr id="274" name="Google Shape;349;p30">
            <a:extLst>
              <a:ext uri="{FF2B5EF4-FFF2-40B4-BE49-F238E27FC236}">
                <a16:creationId xmlns:a16="http://schemas.microsoft.com/office/drawing/2014/main" id="{F29B9057-9FCF-1E03-BB55-870E9ECF92CE}"/>
              </a:ext>
            </a:extLst>
          </p:cNvPr>
          <p:cNvGrpSpPr/>
          <p:nvPr/>
        </p:nvGrpSpPr>
        <p:grpSpPr>
          <a:xfrm>
            <a:off x="7041960" y="4324320"/>
            <a:ext cx="1598760" cy="483840"/>
            <a:chOff x="7041960" y="4324320"/>
            <a:chExt cx="1598760" cy="483840"/>
          </a:xfrm>
        </p:grpSpPr>
        <p:sp>
          <p:nvSpPr>
            <p:cNvPr id="275" name="Google Shape;350;p30">
              <a:extLst>
                <a:ext uri="{FF2B5EF4-FFF2-40B4-BE49-F238E27FC236}">
                  <a16:creationId xmlns:a16="http://schemas.microsoft.com/office/drawing/2014/main" id="{69021C78-5E97-5DDF-0866-6DD38F920AFF}"/>
                </a:ext>
              </a:extLst>
            </p:cNvPr>
            <p:cNvSpPr/>
            <p:nvPr/>
          </p:nvSpPr>
          <p:spPr>
            <a:xfrm>
              <a:off x="7041960" y="4476600"/>
              <a:ext cx="1598760" cy="33156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276" name="Google Shape;351;p30">
              <a:extLst>
                <a:ext uri="{FF2B5EF4-FFF2-40B4-BE49-F238E27FC236}">
                  <a16:creationId xmlns:a16="http://schemas.microsoft.com/office/drawing/2014/main" id="{FFB485E1-8961-E8AB-1D1D-AE1FC0CA2497}"/>
                </a:ext>
              </a:extLst>
            </p:cNvPr>
            <p:cNvSpPr/>
            <p:nvPr/>
          </p:nvSpPr>
          <p:spPr>
            <a:xfrm>
              <a:off x="7041960" y="4324320"/>
              <a:ext cx="1598760" cy="33156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pic>
        <p:nvPicPr>
          <p:cNvPr id="3" name="Picture 2" descr="A computer screen shot of a program&#10;&#10;AI-generated content may be incorrect.">
            <a:extLst>
              <a:ext uri="{FF2B5EF4-FFF2-40B4-BE49-F238E27FC236}">
                <a16:creationId xmlns:a16="http://schemas.microsoft.com/office/drawing/2014/main" id="{9B52054B-846B-B290-9885-FD8A3A9449E0}"/>
              </a:ext>
            </a:extLst>
          </p:cNvPr>
          <p:cNvPicPr>
            <a:picLocks noChangeAspect="1"/>
          </p:cNvPicPr>
          <p:nvPr/>
        </p:nvPicPr>
        <p:blipFill>
          <a:blip r:embed="rId2">
            <a:extLst>
              <a:ext uri="{28A0092B-C50C-407E-A947-70E740481C1C}">
                <a14:useLocalDpi xmlns:a14="http://schemas.microsoft.com/office/drawing/2010/main" val="0"/>
              </a:ext>
            </a:extLst>
          </a:blip>
          <a:srcRect b="6519"/>
          <a:stretch/>
        </p:blipFill>
        <p:spPr>
          <a:xfrm>
            <a:off x="-17584" y="158878"/>
            <a:ext cx="9144000" cy="4808160"/>
          </a:xfrm>
          <a:prstGeom prst="rect">
            <a:avLst/>
          </a:prstGeom>
        </p:spPr>
      </p:pic>
    </p:spTree>
    <p:extLst>
      <p:ext uri="{BB962C8B-B14F-4D97-AF65-F5344CB8AC3E}">
        <p14:creationId xmlns:p14="http://schemas.microsoft.com/office/powerpoint/2010/main" val="13741638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3C547-822A-6FC6-7F67-35E554E33C75}"/>
            </a:ext>
          </a:extLst>
        </p:cNvPr>
        <p:cNvGrpSpPr/>
        <p:nvPr/>
      </p:nvGrpSpPr>
      <p:grpSpPr>
        <a:xfrm>
          <a:off x="0" y="0"/>
          <a:ext cx="0" cy="0"/>
          <a:chOff x="0" y="0"/>
          <a:chExt cx="0" cy="0"/>
        </a:xfrm>
      </p:grpSpPr>
      <p:grpSp>
        <p:nvGrpSpPr>
          <p:cNvPr id="274" name="Google Shape;349;p30">
            <a:extLst>
              <a:ext uri="{FF2B5EF4-FFF2-40B4-BE49-F238E27FC236}">
                <a16:creationId xmlns:a16="http://schemas.microsoft.com/office/drawing/2014/main" id="{69F023E7-7316-58F3-C07F-85EA239272B6}"/>
              </a:ext>
            </a:extLst>
          </p:cNvPr>
          <p:cNvGrpSpPr/>
          <p:nvPr/>
        </p:nvGrpSpPr>
        <p:grpSpPr>
          <a:xfrm>
            <a:off x="7041960" y="4324320"/>
            <a:ext cx="1598760" cy="483840"/>
            <a:chOff x="7041960" y="4324320"/>
            <a:chExt cx="1598760" cy="483840"/>
          </a:xfrm>
        </p:grpSpPr>
        <p:sp>
          <p:nvSpPr>
            <p:cNvPr id="275" name="Google Shape;350;p30">
              <a:extLst>
                <a:ext uri="{FF2B5EF4-FFF2-40B4-BE49-F238E27FC236}">
                  <a16:creationId xmlns:a16="http://schemas.microsoft.com/office/drawing/2014/main" id="{1868CDBF-A23F-4AD1-D333-ED7958456C2F}"/>
                </a:ext>
              </a:extLst>
            </p:cNvPr>
            <p:cNvSpPr/>
            <p:nvPr/>
          </p:nvSpPr>
          <p:spPr>
            <a:xfrm>
              <a:off x="7041960" y="4476600"/>
              <a:ext cx="1598760" cy="33156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276" name="Google Shape;351;p30">
              <a:extLst>
                <a:ext uri="{FF2B5EF4-FFF2-40B4-BE49-F238E27FC236}">
                  <a16:creationId xmlns:a16="http://schemas.microsoft.com/office/drawing/2014/main" id="{FB574831-427B-A8F5-0E39-48B9DBC348EE}"/>
                </a:ext>
              </a:extLst>
            </p:cNvPr>
            <p:cNvSpPr/>
            <p:nvPr/>
          </p:nvSpPr>
          <p:spPr>
            <a:xfrm>
              <a:off x="7041960" y="4324320"/>
              <a:ext cx="1598760" cy="33156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pic>
        <p:nvPicPr>
          <p:cNvPr id="3" name="Picture 2" descr="A screenshot of a computer&#10;&#10;AI-generated content may be incorrect.">
            <a:extLst>
              <a:ext uri="{FF2B5EF4-FFF2-40B4-BE49-F238E27FC236}">
                <a16:creationId xmlns:a16="http://schemas.microsoft.com/office/drawing/2014/main" id="{91F64B4D-4C94-A405-18D1-182B4DF084E3}"/>
              </a:ext>
            </a:extLst>
          </p:cNvPr>
          <p:cNvPicPr>
            <a:picLocks noChangeAspect="1"/>
          </p:cNvPicPr>
          <p:nvPr/>
        </p:nvPicPr>
        <p:blipFill>
          <a:blip r:embed="rId2">
            <a:extLst>
              <a:ext uri="{28A0092B-C50C-407E-A947-70E740481C1C}">
                <a14:useLocalDpi xmlns:a14="http://schemas.microsoft.com/office/drawing/2010/main" val="0"/>
              </a:ext>
            </a:extLst>
          </a:blip>
          <a:srcRect b="6519"/>
          <a:stretch/>
        </p:blipFill>
        <p:spPr>
          <a:xfrm>
            <a:off x="0" y="158256"/>
            <a:ext cx="9144000" cy="4808160"/>
          </a:xfrm>
          <a:prstGeom prst="rect">
            <a:avLst/>
          </a:prstGeom>
        </p:spPr>
      </p:pic>
    </p:spTree>
    <p:extLst>
      <p:ext uri="{BB962C8B-B14F-4D97-AF65-F5344CB8AC3E}">
        <p14:creationId xmlns:p14="http://schemas.microsoft.com/office/powerpoint/2010/main" val="103463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PlaceHolder 1"/>
          <p:cNvSpPr>
            <a:spLocks noGrp="1"/>
          </p:cNvSpPr>
          <p:nvPr>
            <p:ph type="title"/>
          </p:nvPr>
        </p:nvSpPr>
        <p:spPr>
          <a:xfrm>
            <a:off x="3457440" y="2828880"/>
            <a:ext cx="4819320" cy="99036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4500" b="0" strike="noStrike" spc="-1">
                <a:solidFill>
                  <a:schemeClr val="dk1"/>
                </a:solidFill>
                <a:latin typeface="Montserrat Medium"/>
                <a:ea typeface="Montserrat Medium"/>
              </a:rPr>
              <a:t>Key Features</a:t>
            </a:r>
            <a:endParaRPr lang="fr-FR" sz="4500" b="0" strike="noStrike" spc="-1">
              <a:solidFill>
                <a:schemeClr val="dk1"/>
              </a:solidFill>
              <a:latin typeface="Arial"/>
            </a:endParaRPr>
          </a:p>
        </p:txBody>
      </p:sp>
      <p:sp>
        <p:nvSpPr>
          <p:cNvPr id="278" name="PlaceHolder 2"/>
          <p:cNvSpPr>
            <a:spLocks noGrp="1"/>
          </p:cNvSpPr>
          <p:nvPr>
            <p:ph type="title"/>
          </p:nvPr>
        </p:nvSpPr>
        <p:spPr>
          <a:xfrm>
            <a:off x="3457440" y="1733400"/>
            <a:ext cx="1447560" cy="106632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 sz="6000" b="0" strike="noStrike" spc="-1">
                <a:solidFill>
                  <a:schemeClr val="accent4"/>
                </a:solidFill>
                <a:latin typeface="Montserrat ExtraBold"/>
                <a:ea typeface="Montserrat ExtraBold"/>
              </a:rPr>
              <a:t>02</a:t>
            </a:r>
            <a:endParaRPr lang="fr-FR" sz="6000" b="0" strike="noStrike" spc="-1">
              <a:solidFill>
                <a:schemeClr val="dk1"/>
              </a:solidFill>
              <a:latin typeface="Arial"/>
            </a:endParaRPr>
          </a:p>
        </p:txBody>
      </p:sp>
      <p:sp>
        <p:nvSpPr>
          <p:cNvPr id="279" name="Google Shape;358;p31"/>
          <p:cNvSpPr/>
          <p:nvPr/>
        </p:nvSpPr>
        <p:spPr>
          <a:xfrm rot="19800000">
            <a:off x="2847600" y="1495440"/>
            <a:ext cx="1133280" cy="256680"/>
          </a:xfrm>
          <a:prstGeom prst="rect">
            <a:avLst/>
          </a:prstGeom>
          <a:noFill/>
          <a:ln w="0">
            <a:noFill/>
          </a:ln>
        </p:spPr>
        <p:style>
          <a:lnRef idx="0">
            <a:scrgbClr r="0" g="0" b="0"/>
          </a:lnRef>
          <a:fillRef idx="0">
            <a:scrgbClr r="0" g="0" b="0"/>
          </a:fillRef>
          <a:effectRef idx="0">
            <a:scrgbClr r="0" g="0" b="0"/>
          </a:effectRef>
          <a:fontRef idx="minor"/>
        </p:style>
        <p:txBody>
          <a:bodyPr lIns="870823080" tIns="128520" rIns="870823080" bIns="128520" anchor="t">
            <a:normAutofit fontScale="25000" lnSpcReduction="20000"/>
          </a:bodyPr>
          <a:lstStyle/>
          <a:p>
            <a:pPr algn="ctr" defTabSz="914400">
              <a:lnSpc>
                <a:spcPct val="100000"/>
              </a:lnSpc>
              <a:tabLst>
                <a:tab pos="0" algn="l"/>
              </a:tabLst>
            </a:pPr>
            <a:endParaRPr lang="fr-FR" sz="1800" b="0" strike="noStrike" spc="-1">
              <a:solidFill>
                <a:schemeClr val="dk1"/>
              </a:solidFill>
              <a:latin typeface="Arial"/>
            </a:endParaRPr>
          </a:p>
        </p:txBody>
      </p:sp>
      <p:grpSp>
        <p:nvGrpSpPr>
          <p:cNvPr id="280" name="Google Shape;359;p31"/>
          <p:cNvGrpSpPr/>
          <p:nvPr/>
        </p:nvGrpSpPr>
        <p:grpSpPr>
          <a:xfrm>
            <a:off x="906480" y="2311920"/>
            <a:ext cx="7263360" cy="2040120"/>
            <a:chOff x="906480" y="2311920"/>
            <a:chExt cx="7263360" cy="2040120"/>
          </a:xfrm>
        </p:grpSpPr>
        <p:grpSp>
          <p:nvGrpSpPr>
            <p:cNvPr id="281" name="Google Shape;360;p31"/>
            <p:cNvGrpSpPr/>
            <p:nvPr/>
          </p:nvGrpSpPr>
          <p:grpSpPr>
            <a:xfrm>
              <a:off x="7650720" y="4284000"/>
              <a:ext cx="519120" cy="68040"/>
              <a:chOff x="7650720" y="4284000"/>
              <a:chExt cx="519120" cy="68040"/>
            </a:xfrm>
          </p:grpSpPr>
          <p:sp>
            <p:nvSpPr>
              <p:cNvPr id="282" name="Google Shape;361;p31"/>
              <p:cNvSpPr/>
              <p:nvPr/>
            </p:nvSpPr>
            <p:spPr>
              <a:xfrm>
                <a:off x="7650720" y="428400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283" name="Google Shape;362;p31"/>
              <p:cNvSpPr/>
              <p:nvPr/>
            </p:nvSpPr>
            <p:spPr>
              <a:xfrm>
                <a:off x="7876080" y="428400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284" name="Google Shape;363;p31"/>
              <p:cNvSpPr/>
              <p:nvPr/>
            </p:nvSpPr>
            <p:spPr>
              <a:xfrm>
                <a:off x="8101800" y="428400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nvGrpSpPr>
            <p:cNvPr id="285" name="Google Shape;364;p31"/>
            <p:cNvGrpSpPr/>
            <p:nvPr/>
          </p:nvGrpSpPr>
          <p:grpSpPr>
            <a:xfrm>
              <a:off x="906480" y="2311920"/>
              <a:ext cx="68040" cy="519120"/>
              <a:chOff x="906480" y="2311920"/>
              <a:chExt cx="68040" cy="519120"/>
            </a:xfrm>
          </p:grpSpPr>
          <p:sp>
            <p:nvSpPr>
              <p:cNvPr id="286" name="Google Shape;365;p31"/>
              <p:cNvSpPr/>
              <p:nvPr/>
            </p:nvSpPr>
            <p:spPr>
              <a:xfrm rot="5400000">
                <a:off x="906480" y="231192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287" name="Google Shape;366;p31"/>
              <p:cNvSpPr/>
              <p:nvPr/>
            </p:nvSpPr>
            <p:spPr>
              <a:xfrm rot="5400000">
                <a:off x="906480" y="253764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288" name="Google Shape;367;p31"/>
              <p:cNvSpPr/>
              <p:nvPr/>
            </p:nvSpPr>
            <p:spPr>
              <a:xfrm rot="5400000">
                <a:off x="906480" y="276300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 name="PlaceHolder 1"/>
          <p:cNvSpPr>
            <a:spLocks noGrp="1"/>
          </p:cNvSpPr>
          <p:nvPr>
            <p:ph type="title"/>
          </p:nvPr>
        </p:nvSpPr>
        <p:spPr>
          <a:xfrm>
            <a:off x="106257" y="319520"/>
            <a:ext cx="3533400" cy="109512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2100" b="0" strike="noStrike" spc="-1" dirty="0">
                <a:solidFill>
                  <a:schemeClr val="dk1"/>
                </a:solidFill>
                <a:latin typeface="Montserrat ExtraBold"/>
                <a:ea typeface="Montserrat ExtraBold"/>
              </a:rPr>
              <a:t>User authentication</a:t>
            </a:r>
            <a:endParaRPr lang="fr-FR" sz="2100" b="0" strike="noStrike" spc="-1" dirty="0">
              <a:solidFill>
                <a:schemeClr val="dk1"/>
              </a:solidFill>
              <a:latin typeface="Arial"/>
            </a:endParaRPr>
          </a:p>
        </p:txBody>
      </p:sp>
      <p:sp>
        <p:nvSpPr>
          <p:cNvPr id="290" name="PlaceHolder 2"/>
          <p:cNvSpPr>
            <a:spLocks noGrp="1"/>
          </p:cNvSpPr>
          <p:nvPr>
            <p:ph type="subTitle"/>
          </p:nvPr>
        </p:nvSpPr>
        <p:spPr>
          <a:xfrm>
            <a:off x="-8794" y="1169377"/>
            <a:ext cx="9046537" cy="1814212"/>
          </a:xfrm>
          <a:prstGeom prst="rect">
            <a:avLst/>
          </a:prstGeom>
          <a:noFill/>
          <a:ln w="0">
            <a:noFill/>
          </a:ln>
        </p:spPr>
        <p:txBody>
          <a:bodyPr lIns="91440" tIns="91440" rIns="91440" bIns="91440" anchor="t">
            <a:normAutofit fontScale="95908"/>
          </a:bodyPr>
          <a:lstStyle/>
          <a:p>
            <a:pPr indent="0">
              <a:lnSpc>
                <a:spcPct val="100000"/>
              </a:lnSpc>
              <a:buNone/>
              <a:tabLst>
                <a:tab pos="0" algn="l"/>
              </a:tabLst>
            </a:pPr>
            <a:r>
              <a:rPr lang="en" sz="1400" b="0" strike="noStrike" spc="-1" dirty="0">
                <a:solidFill>
                  <a:schemeClr val="dk1"/>
                </a:solidFill>
                <a:latin typeface="DM Sans"/>
                <a:ea typeface="DM Sans"/>
              </a:rPr>
              <a:t>Paisa prioritizes user security with a two step authentication system powered by Clerk. It enables secure sign-up and sign-in processes, ensuring that user data is protected. The platform includes a comprehensive onboarding flow to guide new users through the setup process and offers features such as profile management to enhance the user experience.</a:t>
            </a:r>
            <a:endParaRPr lang="en-US" sz="1400" b="0" strike="noStrike" spc="-1" dirty="0">
              <a:solidFill>
                <a:srgbClr val="FFFFFF"/>
              </a:solidFill>
              <a:latin typeface="OpenSymbol"/>
            </a:endParaRPr>
          </a:p>
        </p:txBody>
      </p:sp>
      <p:pic>
        <p:nvPicPr>
          <p:cNvPr id="291" name="Google Shape;570;p45"/>
          <p:cNvPicPr/>
          <p:nvPr/>
        </p:nvPicPr>
        <p:blipFill>
          <a:blip r:embed="rId2"/>
          <a:srcRect t="32255" b="17199"/>
          <a:stretch/>
        </p:blipFill>
        <p:spPr>
          <a:xfrm>
            <a:off x="-8795" y="2543974"/>
            <a:ext cx="9143640" cy="2599526"/>
          </a:xfrm>
          <a:prstGeom prst="rect">
            <a:avLst/>
          </a:prstGeom>
          <a:ln w="9525">
            <a:solidFill>
              <a:srgbClr val="FFFFFF"/>
            </a:solidFill>
            <a:rou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 name="PlaceHolder 1"/>
          <p:cNvSpPr>
            <a:spLocks noGrp="1"/>
          </p:cNvSpPr>
          <p:nvPr>
            <p:ph type="title"/>
          </p:nvPr>
        </p:nvSpPr>
        <p:spPr>
          <a:xfrm>
            <a:off x="4019400" y="905040"/>
            <a:ext cx="4295520" cy="57132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 sz="3000" b="0" strike="noStrike" spc="-1">
                <a:solidFill>
                  <a:schemeClr val="dk1"/>
                </a:solidFill>
                <a:latin typeface="Montserrat ExtraBold"/>
                <a:ea typeface="Montserrat ExtraBold"/>
              </a:rPr>
              <a:t>Budgeting tools</a:t>
            </a:r>
            <a:endParaRPr lang="fr-FR" sz="3000" b="0" strike="noStrike" spc="-1">
              <a:solidFill>
                <a:schemeClr val="dk1"/>
              </a:solidFill>
              <a:latin typeface="Arial"/>
            </a:endParaRPr>
          </a:p>
        </p:txBody>
      </p:sp>
      <p:sp>
        <p:nvSpPr>
          <p:cNvPr id="293" name="PlaceHolder 2"/>
          <p:cNvSpPr>
            <a:spLocks noGrp="1"/>
          </p:cNvSpPr>
          <p:nvPr>
            <p:ph type="subTitle"/>
          </p:nvPr>
        </p:nvSpPr>
        <p:spPr>
          <a:xfrm>
            <a:off x="4019400" y="2085840"/>
            <a:ext cx="4711362" cy="2319106"/>
          </a:xfrm>
          <a:prstGeom prst="rect">
            <a:avLst/>
          </a:prstGeom>
          <a:noFill/>
          <a:ln w="0">
            <a:noFill/>
          </a:ln>
        </p:spPr>
        <p:txBody>
          <a:bodyPr lIns="91440" tIns="91440" rIns="91440" bIns="91440" anchor="t">
            <a:normAutofit fontScale="92500" lnSpcReduction="20000"/>
          </a:bodyPr>
          <a:lstStyle/>
          <a:p>
            <a:pPr marL="514350" indent="-285750">
              <a:lnSpc>
                <a:spcPct val="100000"/>
              </a:lnSpc>
              <a:tabLst>
                <a:tab pos="0" algn="l"/>
              </a:tabLst>
            </a:pPr>
            <a:r>
              <a:rPr lang="en" sz="1600" b="0" strike="noStrike" spc="-1" dirty="0">
                <a:solidFill>
                  <a:schemeClr val="dk1"/>
                </a:solidFill>
                <a:latin typeface="DM Sans"/>
                <a:ea typeface="DM Sans"/>
              </a:rPr>
              <a:t>The budgeting tools in Paisa empower users to create and track monthly budgets effectively.</a:t>
            </a:r>
          </a:p>
          <a:p>
            <a:pPr marL="514350" indent="-285750">
              <a:lnSpc>
                <a:spcPct val="100000"/>
              </a:lnSpc>
              <a:tabLst>
                <a:tab pos="0" algn="l"/>
              </a:tabLst>
            </a:pPr>
            <a:r>
              <a:rPr lang="en" sz="1600" b="0" strike="noStrike" spc="-1" dirty="0">
                <a:solidFill>
                  <a:schemeClr val="dk1"/>
                </a:solidFill>
                <a:latin typeface="DM Sans"/>
                <a:ea typeface="DM Sans"/>
              </a:rPr>
              <a:t> Users can set budget categories with specified spending limits, and the platform provides real-time monitoring of budget utilization. </a:t>
            </a:r>
          </a:p>
          <a:p>
            <a:pPr marL="514350" indent="-285750">
              <a:lnSpc>
                <a:spcPct val="100000"/>
              </a:lnSpc>
              <a:tabLst>
                <a:tab pos="0" algn="l"/>
              </a:tabLst>
            </a:pPr>
            <a:r>
              <a:rPr lang="en" sz="1600" b="0" strike="noStrike" spc="-1" dirty="0">
                <a:solidFill>
                  <a:schemeClr val="dk1"/>
                </a:solidFill>
                <a:latin typeface="DM Sans"/>
                <a:ea typeface="DM Sans"/>
              </a:rPr>
              <a:t>This ensures that users remain informed about their spending habits and can adjust their financial plans accordingly.</a:t>
            </a:r>
            <a:endParaRPr lang="en-US" sz="1600" b="0" strike="noStrike" spc="-1" dirty="0">
              <a:solidFill>
                <a:srgbClr val="FFFFFF"/>
              </a:solidFill>
              <a:latin typeface="OpenSymbol"/>
            </a:endParaRPr>
          </a:p>
        </p:txBody>
      </p:sp>
      <p:pic>
        <p:nvPicPr>
          <p:cNvPr id="294" name="Google Shape;348;p30"/>
          <p:cNvPicPr/>
          <p:nvPr/>
        </p:nvPicPr>
        <p:blipFill>
          <a:blip r:embed="rId2"/>
          <a:srcRect t="288" b="288"/>
          <a:stretch/>
        </p:blipFill>
        <p:spPr>
          <a:xfrm>
            <a:off x="0" y="0"/>
            <a:ext cx="3452760" cy="5143320"/>
          </a:xfrm>
          <a:prstGeom prst="rect">
            <a:avLst/>
          </a:prstGeom>
          <a:ln w="9525">
            <a:solidFill>
              <a:srgbClr val="FFFFFF"/>
            </a:solidFill>
            <a:round/>
          </a:ln>
        </p:spPr>
      </p:pic>
      <p:grpSp>
        <p:nvGrpSpPr>
          <p:cNvPr id="295" name="Google Shape;349;p30"/>
          <p:cNvGrpSpPr/>
          <p:nvPr/>
        </p:nvGrpSpPr>
        <p:grpSpPr>
          <a:xfrm>
            <a:off x="7041960" y="4324320"/>
            <a:ext cx="1598760" cy="483840"/>
            <a:chOff x="7041960" y="4324320"/>
            <a:chExt cx="1598760" cy="483840"/>
          </a:xfrm>
        </p:grpSpPr>
        <p:sp>
          <p:nvSpPr>
            <p:cNvPr id="296" name="Google Shape;350;p30"/>
            <p:cNvSpPr/>
            <p:nvPr/>
          </p:nvSpPr>
          <p:spPr>
            <a:xfrm>
              <a:off x="7041960" y="4476600"/>
              <a:ext cx="1598760" cy="33156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297" name="Google Shape;351;p30"/>
            <p:cNvSpPr/>
            <p:nvPr/>
          </p:nvSpPr>
          <p:spPr>
            <a:xfrm>
              <a:off x="7041960" y="4324320"/>
              <a:ext cx="1598760" cy="33156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8" name="PlaceHolder 1"/>
          <p:cNvSpPr>
            <a:spLocks noGrp="1"/>
          </p:cNvSpPr>
          <p:nvPr>
            <p:ph type="title"/>
          </p:nvPr>
        </p:nvSpPr>
        <p:spPr>
          <a:xfrm>
            <a:off x="62294" y="125155"/>
            <a:ext cx="3533400" cy="109512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2100" b="0" strike="noStrike" spc="-1" dirty="0">
                <a:solidFill>
                  <a:schemeClr val="dk1"/>
                </a:solidFill>
                <a:latin typeface="Montserrat ExtraBold"/>
                <a:ea typeface="Montserrat ExtraBold"/>
              </a:rPr>
              <a:t>AI-powered insights</a:t>
            </a:r>
            <a:endParaRPr lang="fr-FR" sz="2100" b="0" strike="noStrike" spc="-1" dirty="0">
              <a:solidFill>
                <a:schemeClr val="dk1"/>
              </a:solidFill>
              <a:latin typeface="Arial"/>
            </a:endParaRPr>
          </a:p>
        </p:txBody>
      </p:sp>
      <p:sp>
        <p:nvSpPr>
          <p:cNvPr id="299" name="PlaceHolder 2"/>
          <p:cNvSpPr>
            <a:spLocks noGrp="1"/>
          </p:cNvSpPr>
          <p:nvPr>
            <p:ph type="subTitle"/>
          </p:nvPr>
        </p:nvSpPr>
        <p:spPr>
          <a:xfrm>
            <a:off x="62294" y="560851"/>
            <a:ext cx="9019412" cy="1318847"/>
          </a:xfrm>
          <a:prstGeom prst="rect">
            <a:avLst/>
          </a:prstGeom>
          <a:noFill/>
          <a:ln w="0">
            <a:noFill/>
          </a:ln>
        </p:spPr>
        <p:txBody>
          <a:bodyPr lIns="91440" tIns="91440" rIns="91440" bIns="91440" anchor="t">
            <a:noAutofit/>
          </a:bodyPr>
          <a:lstStyle/>
          <a:p>
            <a:pPr indent="0">
              <a:lnSpc>
                <a:spcPct val="100000"/>
              </a:lnSpc>
              <a:buNone/>
              <a:tabLst>
                <a:tab pos="0" algn="l"/>
              </a:tabLst>
            </a:pPr>
            <a:r>
              <a:rPr lang="en" sz="1400" b="0" strike="noStrike" spc="-1" dirty="0">
                <a:solidFill>
                  <a:schemeClr val="dk1"/>
                </a:solidFill>
                <a:latin typeface="DM Sans"/>
                <a:ea typeface="DM Sans"/>
              </a:rPr>
              <a:t>Paisa offers AI-powered insights that help users make smarter financial decisions. By analyzing user transactions, the platform provides personalized recommendations for saving and investing. Users receive insights on spending trends, along with forecasts for potential savings from adhering to recommended financial practices. This feature aims to enhance users' financial literacy and encourage better money management.</a:t>
            </a:r>
            <a:endParaRPr lang="en-US" sz="1400" b="0" strike="noStrike" spc="-1" dirty="0">
              <a:solidFill>
                <a:srgbClr val="FFFFFF"/>
              </a:solidFill>
              <a:latin typeface="OpenSymbol"/>
            </a:endParaRPr>
          </a:p>
        </p:txBody>
      </p:sp>
      <p:pic>
        <p:nvPicPr>
          <p:cNvPr id="300" name="Google Shape;570;p45"/>
          <p:cNvPicPr/>
          <p:nvPr/>
        </p:nvPicPr>
        <p:blipFill>
          <a:blip r:embed="rId2"/>
          <a:srcRect t="-286" b="35096"/>
          <a:stretch/>
        </p:blipFill>
        <p:spPr>
          <a:xfrm>
            <a:off x="0" y="1790640"/>
            <a:ext cx="9143640" cy="3352680"/>
          </a:xfrm>
          <a:prstGeom prst="rect">
            <a:avLst/>
          </a:prstGeom>
          <a:ln w="9525">
            <a:solidFill>
              <a:srgbClr val="FFFFFF"/>
            </a:solidFill>
            <a:rou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803F9-A4E1-6237-0BAE-713951262CD2}"/>
            </a:ext>
          </a:extLst>
        </p:cNvPr>
        <p:cNvGrpSpPr/>
        <p:nvPr/>
      </p:nvGrpSpPr>
      <p:grpSpPr>
        <a:xfrm>
          <a:off x="0" y="0"/>
          <a:ext cx="0" cy="0"/>
          <a:chOff x="0" y="0"/>
          <a:chExt cx="0" cy="0"/>
        </a:xfrm>
      </p:grpSpPr>
      <p:sp>
        <p:nvSpPr>
          <p:cNvPr id="298" name="PlaceHolder 1">
            <a:extLst>
              <a:ext uri="{FF2B5EF4-FFF2-40B4-BE49-F238E27FC236}">
                <a16:creationId xmlns:a16="http://schemas.microsoft.com/office/drawing/2014/main" id="{B34CCFCB-C3E7-1578-2B7F-F3BDAB0D3303}"/>
              </a:ext>
            </a:extLst>
          </p:cNvPr>
          <p:cNvSpPr>
            <a:spLocks noGrp="1"/>
          </p:cNvSpPr>
          <p:nvPr>
            <p:ph type="title"/>
          </p:nvPr>
        </p:nvSpPr>
        <p:spPr>
          <a:xfrm>
            <a:off x="62294" y="125155"/>
            <a:ext cx="6240970" cy="1095120"/>
          </a:xfrm>
          <a:prstGeom prst="rect">
            <a:avLst/>
          </a:prstGeom>
          <a:noFill/>
          <a:ln w="0">
            <a:noFill/>
          </a:ln>
        </p:spPr>
        <p:txBody>
          <a:bodyPr lIns="91440" tIns="91440" rIns="91440" bIns="91440" anchor="t">
            <a:normAutofit/>
          </a:bodyPr>
          <a:lstStyle/>
          <a:p>
            <a:pPr indent="0">
              <a:lnSpc>
                <a:spcPct val="100000"/>
              </a:lnSpc>
              <a:buNone/>
              <a:tabLst>
                <a:tab pos="0" algn="l"/>
              </a:tabLst>
            </a:pPr>
            <a:r>
              <a:rPr lang="en-IN" sz="2800" dirty="0">
                <a:latin typeface="Montserrat ExtraBold" panose="00000900000000000000" pitchFamily="2" charset="0"/>
              </a:rPr>
              <a:t>Future Enhancements</a:t>
            </a:r>
            <a:endParaRPr lang="fr-FR" sz="2400" b="0" strike="noStrike" spc="-1" dirty="0">
              <a:solidFill>
                <a:schemeClr val="dk1"/>
              </a:solidFill>
              <a:latin typeface="Montserrat ExtraBold" panose="00000900000000000000" pitchFamily="2" charset="0"/>
            </a:endParaRPr>
          </a:p>
        </p:txBody>
      </p:sp>
      <p:sp>
        <p:nvSpPr>
          <p:cNvPr id="6" name="TextBox 5">
            <a:extLst>
              <a:ext uri="{FF2B5EF4-FFF2-40B4-BE49-F238E27FC236}">
                <a16:creationId xmlns:a16="http://schemas.microsoft.com/office/drawing/2014/main" id="{BB6B5405-4C65-8508-E79D-E076FD8C6FB4}"/>
              </a:ext>
            </a:extLst>
          </p:cNvPr>
          <p:cNvSpPr txBox="1"/>
          <p:nvPr/>
        </p:nvSpPr>
        <p:spPr>
          <a:xfrm>
            <a:off x="2427155" y="1220275"/>
            <a:ext cx="7952232" cy="1938992"/>
          </a:xfrm>
          <a:prstGeom prst="rect">
            <a:avLst/>
          </a:prstGeom>
          <a:noFill/>
        </p:spPr>
        <p:txBody>
          <a:bodyPr wrap="square">
            <a:spAutoFit/>
          </a:bodyPr>
          <a:lstStyle/>
          <a:p>
            <a:pPr marL="285750" indent="-285750">
              <a:buFont typeface="Arial" panose="020B0604020202020204" pitchFamily="34" charset="0"/>
              <a:buChar char="•"/>
            </a:pPr>
            <a:r>
              <a:rPr lang="en-US" sz="2000" dirty="0">
                <a:latin typeface="DM Sans" pitchFamily="2" charset="0"/>
              </a:rPr>
              <a:t>Mobile app integration</a:t>
            </a:r>
          </a:p>
          <a:p>
            <a:pPr marL="285750" indent="-285750">
              <a:buFont typeface="Arial" panose="020B0604020202020204" pitchFamily="34" charset="0"/>
              <a:buChar char="•"/>
            </a:pPr>
            <a:r>
              <a:rPr lang="en-US" sz="2000" dirty="0">
                <a:latin typeface="DM Sans" pitchFamily="2" charset="0"/>
              </a:rPr>
              <a:t>Goal tracking</a:t>
            </a:r>
          </a:p>
          <a:p>
            <a:pPr marL="285750" indent="-285750">
              <a:buFont typeface="Arial" panose="020B0604020202020204" pitchFamily="34" charset="0"/>
              <a:buChar char="•"/>
            </a:pPr>
            <a:r>
              <a:rPr lang="en-US" sz="2000" dirty="0">
                <a:latin typeface="DM Sans" pitchFamily="2" charset="0"/>
              </a:rPr>
              <a:t>Investment portfolio</a:t>
            </a:r>
          </a:p>
          <a:p>
            <a:pPr marL="285750" indent="-285750">
              <a:buFont typeface="Arial" panose="020B0604020202020204" pitchFamily="34" charset="0"/>
              <a:buChar char="•"/>
            </a:pPr>
            <a:r>
              <a:rPr lang="en-US" sz="2000" dirty="0">
                <a:latin typeface="DM Sans" pitchFamily="2" charset="0"/>
              </a:rPr>
              <a:t>Tax planning</a:t>
            </a:r>
          </a:p>
          <a:p>
            <a:pPr marL="285750" indent="-285750">
              <a:buFont typeface="Arial" panose="020B0604020202020204" pitchFamily="34" charset="0"/>
              <a:buChar char="•"/>
            </a:pPr>
            <a:r>
              <a:rPr lang="en-US" sz="2000" dirty="0">
                <a:latin typeface="DM Sans" pitchFamily="2" charset="0"/>
              </a:rPr>
              <a:t>Expense forecasting</a:t>
            </a:r>
          </a:p>
          <a:p>
            <a:pPr marL="285750" indent="-285750">
              <a:buFont typeface="Arial" panose="020B0604020202020204" pitchFamily="34" charset="0"/>
              <a:buChar char="•"/>
            </a:pPr>
            <a:r>
              <a:rPr lang="en-US" sz="2000" dirty="0">
                <a:latin typeface="DM Sans" pitchFamily="2" charset="0"/>
              </a:rPr>
              <a:t>Financial product marketplace</a:t>
            </a:r>
            <a:endParaRPr lang="en-US" dirty="0">
              <a:latin typeface="DM Sans" pitchFamily="2" charset="0"/>
            </a:endParaRPr>
          </a:p>
        </p:txBody>
      </p:sp>
    </p:spTree>
    <p:extLst>
      <p:ext uri="{BB962C8B-B14F-4D97-AF65-F5344CB8AC3E}">
        <p14:creationId xmlns:p14="http://schemas.microsoft.com/office/powerpoint/2010/main" val="36556092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PlaceHolder 1"/>
          <p:cNvSpPr>
            <a:spLocks noGrp="1"/>
          </p:cNvSpPr>
          <p:nvPr>
            <p:ph type="title"/>
          </p:nvPr>
        </p:nvSpPr>
        <p:spPr>
          <a:xfrm>
            <a:off x="581040" y="495360"/>
            <a:ext cx="3533400" cy="109512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2100" b="0" strike="noStrike" spc="-1">
                <a:solidFill>
                  <a:schemeClr val="dk1"/>
                </a:solidFill>
                <a:latin typeface="Montserrat ExtraBold"/>
                <a:ea typeface="Montserrat ExtraBold"/>
              </a:rPr>
              <a:t>Conclusions</a:t>
            </a:r>
            <a:endParaRPr lang="fr-FR" sz="2100" b="0" strike="noStrike" spc="-1">
              <a:solidFill>
                <a:schemeClr val="dk1"/>
              </a:solidFill>
              <a:latin typeface="Arial"/>
            </a:endParaRPr>
          </a:p>
        </p:txBody>
      </p:sp>
      <p:sp>
        <p:nvSpPr>
          <p:cNvPr id="302" name="PlaceHolder 2"/>
          <p:cNvSpPr>
            <a:spLocks noGrp="1"/>
          </p:cNvSpPr>
          <p:nvPr>
            <p:ph type="subTitle"/>
          </p:nvPr>
        </p:nvSpPr>
        <p:spPr>
          <a:xfrm>
            <a:off x="4114800" y="495360"/>
            <a:ext cx="4495320" cy="1095120"/>
          </a:xfrm>
          <a:prstGeom prst="rect">
            <a:avLst/>
          </a:prstGeom>
          <a:noFill/>
          <a:ln w="0">
            <a:noFill/>
          </a:ln>
        </p:spPr>
        <p:txBody>
          <a:bodyPr lIns="91440" tIns="91440" rIns="91440" bIns="91440" anchor="t">
            <a:normAutofit fontScale="86734" lnSpcReduction="20000"/>
          </a:bodyPr>
          <a:lstStyle/>
          <a:p>
            <a:pPr indent="0">
              <a:lnSpc>
                <a:spcPct val="100000"/>
              </a:lnSpc>
              <a:buNone/>
              <a:tabLst>
                <a:tab pos="0" algn="l"/>
              </a:tabLst>
            </a:pPr>
            <a:r>
              <a:rPr lang="en" sz="1200" b="0" strike="noStrike" spc="-1">
                <a:solidFill>
                  <a:schemeClr val="dk1"/>
                </a:solidFill>
                <a:latin typeface="DM Sans"/>
                <a:ea typeface="DM Sans"/>
              </a:rPr>
              <a:t>In summary, Paisa stands out as an innovative finance platform by combining advanced technology with user-centric features. Its core technologies and key features, such as AI integration, user authentication, comprehensive budgeting tools, and personalized insights, position it as a leading tool for personal finance management. By leveraging AI, Paisa not only simplifies financial planning but also empowers users to achieve their financial goals.</a:t>
            </a:r>
            <a:endParaRPr lang="en-US" sz="1200" b="0" strike="noStrike" spc="-1">
              <a:solidFill>
                <a:srgbClr val="FFFFFF"/>
              </a:solidFill>
              <a:latin typeface="OpenSymbol"/>
            </a:endParaRPr>
          </a:p>
        </p:txBody>
      </p:sp>
      <p:pic>
        <p:nvPicPr>
          <p:cNvPr id="303" name="Google Shape;570;p45"/>
          <p:cNvPicPr/>
          <p:nvPr/>
        </p:nvPicPr>
        <p:blipFill>
          <a:blip r:embed="rId2"/>
          <a:srcRect t="23820" b="10990"/>
          <a:stretch/>
        </p:blipFill>
        <p:spPr>
          <a:xfrm>
            <a:off x="0" y="1790640"/>
            <a:ext cx="9143640" cy="3352680"/>
          </a:xfrm>
          <a:prstGeom prst="rect">
            <a:avLst/>
          </a:prstGeom>
          <a:ln w="9525">
            <a:solidFill>
              <a:srgbClr val="FFFFFF"/>
            </a:solidFill>
            <a:rou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PlaceHolder 1"/>
          <p:cNvSpPr>
            <a:spLocks noGrp="1"/>
          </p:cNvSpPr>
          <p:nvPr>
            <p:ph type="title"/>
          </p:nvPr>
        </p:nvSpPr>
        <p:spPr>
          <a:xfrm>
            <a:off x="1685880" y="619200"/>
            <a:ext cx="5771880" cy="1056960"/>
          </a:xfrm>
          <a:prstGeom prst="rect">
            <a:avLst/>
          </a:prstGeom>
          <a:noFill/>
          <a:ln w="0">
            <a:noFill/>
          </a:ln>
        </p:spPr>
        <p:txBody>
          <a:bodyPr lIns="91440" tIns="91440" rIns="91440" bIns="91440" anchor="t">
            <a:normAutofit fontScale="90000"/>
          </a:bodyPr>
          <a:lstStyle/>
          <a:p>
            <a:pPr indent="0" algn="ctr">
              <a:lnSpc>
                <a:spcPct val="100000"/>
              </a:lnSpc>
              <a:buNone/>
              <a:tabLst>
                <a:tab pos="0" algn="l"/>
              </a:tabLst>
            </a:pPr>
            <a:r>
              <a:rPr lang="en" sz="6000" b="0" strike="noStrike" spc="-1">
                <a:solidFill>
                  <a:schemeClr val="dk1"/>
                </a:solidFill>
                <a:latin typeface="Montserrat ExtraBold"/>
                <a:ea typeface="Montserrat ExtraBold"/>
              </a:rPr>
              <a:t>Thank you!</a:t>
            </a:r>
            <a:endParaRPr lang="fr-FR" sz="6000" b="0" strike="noStrike" spc="-1">
              <a:solidFill>
                <a:schemeClr val="dk1"/>
              </a:solidFill>
              <a:latin typeface="Arial"/>
            </a:endParaRPr>
          </a:p>
        </p:txBody>
      </p:sp>
      <p:sp>
        <p:nvSpPr>
          <p:cNvPr id="305" name="PlaceHolder 2"/>
          <p:cNvSpPr>
            <a:spLocks noGrp="1"/>
          </p:cNvSpPr>
          <p:nvPr>
            <p:ph type="subTitle"/>
          </p:nvPr>
        </p:nvSpPr>
        <p:spPr>
          <a:xfrm>
            <a:off x="2343240" y="1762200"/>
            <a:ext cx="4447800" cy="1056960"/>
          </a:xfrm>
          <a:prstGeom prst="rect">
            <a:avLst/>
          </a:prstGeom>
          <a:noFill/>
          <a:ln w="0">
            <a:noFill/>
          </a:ln>
        </p:spPr>
        <p:txBody>
          <a:bodyPr lIns="91440" tIns="91440" rIns="91440" bIns="91440" anchor="ctr">
            <a:normAutofit/>
          </a:bodyPr>
          <a:lstStyle/>
          <a:p>
            <a:pPr indent="0" algn="ctr">
              <a:lnSpc>
                <a:spcPct val="100000"/>
              </a:lnSpc>
              <a:buNone/>
              <a:tabLst>
                <a:tab pos="0" algn="l"/>
              </a:tabLst>
            </a:pPr>
            <a:r>
              <a:rPr lang="en" sz="1600" b="1" strike="noStrike" spc="-1">
                <a:solidFill>
                  <a:schemeClr val="dk1"/>
                </a:solidFill>
                <a:latin typeface="DM Sans"/>
                <a:ea typeface="DM Sans"/>
              </a:rPr>
              <a:t>Do you have any questions?</a:t>
            </a:r>
            <a:endParaRPr lang="en-US" sz="1600" b="0" strike="noStrike" spc="-1">
              <a:solidFill>
                <a:srgbClr val="FFFFFF"/>
              </a:solidFill>
              <a:latin typeface="OpenSymbol"/>
            </a:endParaRPr>
          </a:p>
        </p:txBody>
      </p:sp>
      <p:sp>
        <p:nvSpPr>
          <p:cNvPr id="306" name="Google Shape;577;p46"/>
          <p:cNvSpPr/>
          <p:nvPr/>
        </p:nvSpPr>
        <p:spPr>
          <a:xfrm>
            <a:off x="2495520" y="4200480"/>
            <a:ext cx="4152600" cy="333000"/>
          </a:xfrm>
          <a:prstGeom prst="rect">
            <a:avLst/>
          </a:prstGeom>
          <a:noFill/>
          <a:ln w="0">
            <a:noFill/>
          </a:ln>
        </p:spPr>
        <p:style>
          <a:lnRef idx="0">
            <a:scrgbClr r="0" g="0" b="0"/>
          </a:lnRef>
          <a:fillRef idx="0">
            <a:scrgbClr r="0" g="0" b="0"/>
          </a:fillRef>
          <a:effectRef idx="0">
            <a:scrgbClr r="0" g="0" b="0"/>
          </a:effectRef>
          <a:fontRef idx="minor"/>
        </p:style>
        <p:txBody>
          <a:bodyPr lIns="870823080" tIns="166680" rIns="870823080" bIns="166680" anchor="t">
            <a:normAutofit fontScale="25000" lnSpcReduction="20000"/>
          </a:bodyPr>
          <a:lstStyle/>
          <a:p>
            <a:pPr algn="ctr" defTabSz="914400">
              <a:lnSpc>
                <a:spcPct val="100000"/>
              </a:lnSpc>
              <a:tabLst>
                <a:tab pos="0" algn="l"/>
              </a:tabLst>
            </a:pPr>
            <a:r>
              <a:rPr lang="en" sz="1200" b="0" strike="noStrike" spc="-1">
                <a:solidFill>
                  <a:schemeClr val="dk1"/>
                </a:solidFill>
                <a:latin typeface="Arial"/>
              </a:rPr>
              <a:t>+91 620 421 838</a:t>
            </a:r>
            <a:endParaRPr lang="en-US" sz="1200" b="0" strike="noStrike" spc="-1">
              <a:solidFill>
                <a:srgbClr val="FFFFFF"/>
              </a:solidFill>
              <a:latin typeface="OpenSymbol"/>
            </a:endParaRPr>
          </a:p>
        </p:txBody>
      </p:sp>
      <p:grpSp>
        <p:nvGrpSpPr>
          <p:cNvPr id="307" name="Google Shape;578;p46"/>
          <p:cNvGrpSpPr/>
          <p:nvPr/>
        </p:nvGrpSpPr>
        <p:grpSpPr>
          <a:xfrm>
            <a:off x="842040" y="3863160"/>
            <a:ext cx="68040" cy="519120"/>
            <a:chOff x="842040" y="3863160"/>
            <a:chExt cx="68040" cy="519120"/>
          </a:xfrm>
        </p:grpSpPr>
        <p:sp>
          <p:nvSpPr>
            <p:cNvPr id="308" name="Google Shape;579;p46"/>
            <p:cNvSpPr/>
            <p:nvPr/>
          </p:nvSpPr>
          <p:spPr>
            <a:xfrm rot="5400000">
              <a:off x="842040" y="386316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309" name="Google Shape;580;p46"/>
            <p:cNvSpPr/>
            <p:nvPr/>
          </p:nvSpPr>
          <p:spPr>
            <a:xfrm rot="5400000">
              <a:off x="842040" y="408888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310" name="Google Shape;581;p46"/>
            <p:cNvSpPr/>
            <p:nvPr/>
          </p:nvSpPr>
          <p:spPr>
            <a:xfrm rot="5400000">
              <a:off x="842040" y="4314240"/>
              <a:ext cx="68040" cy="68040"/>
            </a:xfrm>
            <a:prstGeom prst="ellipse">
              <a:avLst/>
            </a:prstGeom>
            <a:noFill/>
            <a:ln w="9525">
              <a:solidFill>
                <a:srgbClr val="FFFFFF"/>
              </a:solidFill>
              <a:round/>
            </a:ln>
          </p:spPr>
          <p:style>
            <a:lnRef idx="0">
              <a:scrgbClr r="0" g="0" b="0"/>
            </a:lnRef>
            <a:fillRef idx="0">
              <a:scrgbClr r="0" g="0" b="0"/>
            </a:fillRef>
            <a:effectRef idx="0">
              <a:scrgbClr r="0" g="0" b="0"/>
            </a:effectRef>
            <a:fontRef idx="minor"/>
          </p:style>
          <p:txBody>
            <a:bodyPr tIns="24120" bIns="2412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nvGrpSpPr>
          <p:cNvPr id="311" name="Google Shape;582;p46"/>
          <p:cNvGrpSpPr/>
          <p:nvPr/>
        </p:nvGrpSpPr>
        <p:grpSpPr>
          <a:xfrm>
            <a:off x="5137200" y="3027960"/>
            <a:ext cx="407160" cy="407160"/>
            <a:chOff x="5137200" y="3027960"/>
            <a:chExt cx="407160" cy="407160"/>
          </a:xfrm>
        </p:grpSpPr>
        <p:sp>
          <p:nvSpPr>
            <p:cNvPr id="312" name="Google Shape;583;p46"/>
            <p:cNvSpPr/>
            <p:nvPr/>
          </p:nvSpPr>
          <p:spPr>
            <a:xfrm>
              <a:off x="5137200" y="3027960"/>
              <a:ext cx="407160" cy="407160"/>
            </a:xfrm>
            <a:custGeom>
              <a:avLst/>
              <a:gdLst>
                <a:gd name="textAreaLeft" fmla="*/ 0 w 407160"/>
                <a:gd name="textAreaRight" fmla="*/ 407520 w 407160"/>
                <a:gd name="textAreaTop" fmla="*/ 0 h 407160"/>
                <a:gd name="textAreaBottom" fmla="*/ 407520 h 407160"/>
              </a:gdLst>
              <a:ahLst/>
              <a:cxnLst/>
              <a:rect l="textAreaLeft" t="textAreaTop" r="textAreaRight" b="textAreaBottom"/>
              <a:pathLst>
                <a:path w="19983" h="19983">
                  <a:moveTo>
                    <a:pt x="9992" y="1170"/>
                  </a:moveTo>
                  <a:cubicBezTo>
                    <a:pt x="14855" y="1170"/>
                    <a:pt x="18812" y="4866"/>
                    <a:pt x="18812" y="9405"/>
                  </a:cubicBezTo>
                  <a:cubicBezTo>
                    <a:pt x="18812" y="13925"/>
                    <a:pt x="14855" y="17601"/>
                    <a:pt x="9992" y="17601"/>
                  </a:cubicBezTo>
                  <a:cubicBezTo>
                    <a:pt x="9111" y="17601"/>
                    <a:pt x="8240" y="17481"/>
                    <a:pt x="7407" y="17242"/>
                  </a:cubicBezTo>
                  <a:cubicBezTo>
                    <a:pt x="7354" y="17226"/>
                    <a:pt x="7299" y="17218"/>
                    <a:pt x="7245" y="17218"/>
                  </a:cubicBezTo>
                  <a:cubicBezTo>
                    <a:pt x="7153" y="17218"/>
                    <a:pt x="7062" y="17240"/>
                    <a:pt x="6979" y="17282"/>
                  </a:cubicBezTo>
                  <a:lnTo>
                    <a:pt x="4723" y="18439"/>
                  </a:lnTo>
                  <a:lnTo>
                    <a:pt x="4723" y="16262"/>
                  </a:lnTo>
                  <a:cubicBezTo>
                    <a:pt x="4723" y="16078"/>
                    <a:pt x="4637" y="15904"/>
                    <a:pt x="4490" y="15793"/>
                  </a:cubicBezTo>
                  <a:cubicBezTo>
                    <a:pt x="2381" y="14208"/>
                    <a:pt x="1171" y="11880"/>
                    <a:pt x="1171" y="9405"/>
                  </a:cubicBezTo>
                  <a:cubicBezTo>
                    <a:pt x="1171" y="4866"/>
                    <a:pt x="5129" y="1170"/>
                    <a:pt x="9992" y="1170"/>
                  </a:cubicBezTo>
                  <a:close/>
                  <a:moveTo>
                    <a:pt x="9992" y="1"/>
                  </a:moveTo>
                  <a:cubicBezTo>
                    <a:pt x="4575" y="1"/>
                    <a:pt x="0" y="4153"/>
                    <a:pt x="0" y="9407"/>
                  </a:cubicBezTo>
                  <a:cubicBezTo>
                    <a:pt x="0" y="12221"/>
                    <a:pt x="1359" y="14795"/>
                    <a:pt x="3552" y="16548"/>
                  </a:cubicBezTo>
                  <a:lnTo>
                    <a:pt x="3552" y="19396"/>
                  </a:lnTo>
                  <a:cubicBezTo>
                    <a:pt x="3552" y="19602"/>
                    <a:pt x="3659" y="19791"/>
                    <a:pt x="3832" y="19897"/>
                  </a:cubicBezTo>
                  <a:cubicBezTo>
                    <a:pt x="3925" y="19953"/>
                    <a:pt x="4031" y="19982"/>
                    <a:pt x="4138" y="19982"/>
                  </a:cubicBezTo>
                  <a:cubicBezTo>
                    <a:pt x="4229" y="19982"/>
                    <a:pt x="4320" y="19961"/>
                    <a:pt x="4405" y="19918"/>
                  </a:cubicBezTo>
                  <a:lnTo>
                    <a:pt x="7310" y="18429"/>
                  </a:lnTo>
                  <a:cubicBezTo>
                    <a:pt x="8180" y="18657"/>
                    <a:pt x="9081" y="18772"/>
                    <a:pt x="9992" y="18772"/>
                  </a:cubicBezTo>
                  <a:cubicBezTo>
                    <a:pt x="15500" y="18772"/>
                    <a:pt x="19983" y="14570"/>
                    <a:pt x="19983" y="9407"/>
                  </a:cubicBezTo>
                  <a:cubicBezTo>
                    <a:pt x="19983" y="4151"/>
                    <a:pt x="15405" y="1"/>
                    <a:pt x="9992"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13" name="Google Shape;584;p46"/>
            <p:cNvSpPr/>
            <p:nvPr/>
          </p:nvSpPr>
          <p:spPr>
            <a:xfrm>
              <a:off x="5208840" y="3148200"/>
              <a:ext cx="263880" cy="142920"/>
            </a:xfrm>
            <a:custGeom>
              <a:avLst/>
              <a:gdLst>
                <a:gd name="textAreaLeft" fmla="*/ 0 w 263880"/>
                <a:gd name="textAreaRight" fmla="*/ 264240 w 263880"/>
                <a:gd name="textAreaTop" fmla="*/ 0 h 142920"/>
                <a:gd name="textAreaBottom" fmla="*/ 143280 h 142920"/>
              </a:gdLst>
              <a:ahLst/>
              <a:cxnLst/>
              <a:rect l="textAreaLeft" t="textAreaTop" r="textAreaRight" b="textAreaBottom"/>
              <a:pathLst>
                <a:path w="12968" h="7026">
                  <a:moveTo>
                    <a:pt x="5362" y="1463"/>
                  </a:moveTo>
                  <a:lnTo>
                    <a:pt x="7241" y="3341"/>
                  </a:lnTo>
                  <a:cubicBezTo>
                    <a:pt x="7353" y="3454"/>
                    <a:pt x="7503" y="3513"/>
                    <a:pt x="7655" y="3513"/>
                  </a:cubicBezTo>
                  <a:cubicBezTo>
                    <a:pt x="7744" y="3513"/>
                    <a:pt x="7833" y="3493"/>
                    <a:pt x="7917" y="3451"/>
                  </a:cubicBezTo>
                  <a:lnTo>
                    <a:pt x="10216" y="2303"/>
                  </a:lnTo>
                  <a:lnTo>
                    <a:pt x="7605" y="5565"/>
                  </a:lnTo>
                  <a:lnTo>
                    <a:pt x="5726" y="3685"/>
                  </a:lnTo>
                  <a:cubicBezTo>
                    <a:pt x="5614" y="3573"/>
                    <a:pt x="5463" y="3514"/>
                    <a:pt x="5311" y="3514"/>
                  </a:cubicBezTo>
                  <a:cubicBezTo>
                    <a:pt x="5223" y="3514"/>
                    <a:pt x="5133" y="3534"/>
                    <a:pt x="5051" y="3575"/>
                  </a:cubicBezTo>
                  <a:lnTo>
                    <a:pt x="2751" y="4725"/>
                  </a:lnTo>
                  <a:lnTo>
                    <a:pt x="2751" y="4725"/>
                  </a:lnTo>
                  <a:lnTo>
                    <a:pt x="5362" y="1463"/>
                  </a:lnTo>
                  <a:close/>
                  <a:moveTo>
                    <a:pt x="5312" y="1"/>
                  </a:moveTo>
                  <a:cubicBezTo>
                    <a:pt x="5302" y="1"/>
                    <a:pt x="5291" y="1"/>
                    <a:pt x="5281" y="2"/>
                  </a:cubicBezTo>
                  <a:cubicBezTo>
                    <a:pt x="5114" y="12"/>
                    <a:pt x="4959" y="92"/>
                    <a:pt x="4856" y="221"/>
                  </a:cubicBezTo>
                  <a:lnTo>
                    <a:pt x="172" y="6075"/>
                  </a:lnTo>
                  <a:cubicBezTo>
                    <a:pt x="0" y="6290"/>
                    <a:pt x="2" y="6595"/>
                    <a:pt x="174" y="6809"/>
                  </a:cubicBezTo>
                  <a:cubicBezTo>
                    <a:pt x="288" y="6950"/>
                    <a:pt x="457" y="7026"/>
                    <a:pt x="630" y="7026"/>
                  </a:cubicBezTo>
                  <a:cubicBezTo>
                    <a:pt x="719" y="7026"/>
                    <a:pt x="808" y="7006"/>
                    <a:pt x="892" y="6964"/>
                  </a:cubicBezTo>
                  <a:lnTo>
                    <a:pt x="5198" y="4811"/>
                  </a:lnTo>
                  <a:lnTo>
                    <a:pt x="7241" y="6855"/>
                  </a:lnTo>
                  <a:cubicBezTo>
                    <a:pt x="7349" y="6964"/>
                    <a:pt x="7496" y="7026"/>
                    <a:pt x="7650" y="7026"/>
                  </a:cubicBezTo>
                  <a:cubicBezTo>
                    <a:pt x="7662" y="7026"/>
                    <a:pt x="7674" y="7025"/>
                    <a:pt x="7687" y="7024"/>
                  </a:cubicBezTo>
                  <a:cubicBezTo>
                    <a:pt x="7853" y="7016"/>
                    <a:pt x="8007" y="6936"/>
                    <a:pt x="8111" y="6807"/>
                  </a:cubicBezTo>
                  <a:lnTo>
                    <a:pt x="12795" y="951"/>
                  </a:lnTo>
                  <a:cubicBezTo>
                    <a:pt x="12967" y="737"/>
                    <a:pt x="12965" y="431"/>
                    <a:pt x="12792" y="219"/>
                  </a:cubicBezTo>
                  <a:cubicBezTo>
                    <a:pt x="12679" y="78"/>
                    <a:pt x="12510" y="1"/>
                    <a:pt x="12337" y="1"/>
                  </a:cubicBezTo>
                  <a:cubicBezTo>
                    <a:pt x="12249" y="1"/>
                    <a:pt x="12159" y="21"/>
                    <a:pt x="12075" y="63"/>
                  </a:cubicBezTo>
                  <a:lnTo>
                    <a:pt x="7770" y="2216"/>
                  </a:lnTo>
                  <a:lnTo>
                    <a:pt x="5726" y="173"/>
                  </a:lnTo>
                  <a:cubicBezTo>
                    <a:pt x="5617" y="62"/>
                    <a:pt x="5467" y="1"/>
                    <a:pt x="5312"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71640" bIns="716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314" name="Google Shape;585;p46"/>
          <p:cNvGrpSpPr/>
          <p:nvPr/>
        </p:nvGrpSpPr>
        <p:grpSpPr>
          <a:xfrm>
            <a:off x="4407120" y="3028320"/>
            <a:ext cx="407520" cy="407160"/>
            <a:chOff x="4407120" y="3028320"/>
            <a:chExt cx="407520" cy="407160"/>
          </a:xfrm>
        </p:grpSpPr>
        <p:sp>
          <p:nvSpPr>
            <p:cNvPr id="315" name="Google Shape;586;p46"/>
            <p:cNvSpPr/>
            <p:nvPr/>
          </p:nvSpPr>
          <p:spPr>
            <a:xfrm>
              <a:off x="4407120" y="3028320"/>
              <a:ext cx="407520" cy="407160"/>
            </a:xfrm>
            <a:custGeom>
              <a:avLst/>
              <a:gdLst>
                <a:gd name="textAreaLeft" fmla="*/ 0 w 407520"/>
                <a:gd name="textAreaRight" fmla="*/ 407880 w 407520"/>
                <a:gd name="textAreaTop" fmla="*/ 0 h 407160"/>
                <a:gd name="textAreaBottom" fmla="*/ 407520 h 407160"/>
              </a:gdLst>
              <a:ahLst/>
              <a:cxnLst/>
              <a:rect l="textAreaLeft" t="textAreaTop" r="textAreaRight" b="textAreaBottom"/>
              <a:pathLst>
                <a:path w="20013" h="19983">
                  <a:moveTo>
                    <a:pt x="10022" y="1170"/>
                  </a:moveTo>
                  <a:cubicBezTo>
                    <a:pt x="14886" y="1170"/>
                    <a:pt x="18842" y="5127"/>
                    <a:pt x="18842" y="9990"/>
                  </a:cubicBezTo>
                  <a:cubicBezTo>
                    <a:pt x="18842" y="14855"/>
                    <a:pt x="14886" y="18811"/>
                    <a:pt x="10023" y="18811"/>
                  </a:cubicBezTo>
                  <a:cubicBezTo>
                    <a:pt x="8516" y="18811"/>
                    <a:pt x="7030" y="18423"/>
                    <a:pt x="5726" y="17691"/>
                  </a:cubicBezTo>
                  <a:cubicBezTo>
                    <a:pt x="5638" y="17641"/>
                    <a:pt x="5539" y="17615"/>
                    <a:pt x="5440" y="17615"/>
                  </a:cubicBezTo>
                  <a:cubicBezTo>
                    <a:pt x="5393" y="17615"/>
                    <a:pt x="5345" y="17621"/>
                    <a:pt x="5298" y="17632"/>
                  </a:cubicBezTo>
                  <a:lnTo>
                    <a:pt x="1419" y="18595"/>
                  </a:lnTo>
                  <a:lnTo>
                    <a:pt x="2381" y="14715"/>
                  </a:lnTo>
                  <a:cubicBezTo>
                    <a:pt x="2417" y="14570"/>
                    <a:pt x="2395" y="14416"/>
                    <a:pt x="2323" y="14287"/>
                  </a:cubicBezTo>
                  <a:cubicBezTo>
                    <a:pt x="1590" y="12982"/>
                    <a:pt x="1203" y="11498"/>
                    <a:pt x="1203" y="9990"/>
                  </a:cubicBezTo>
                  <a:cubicBezTo>
                    <a:pt x="1203" y="5127"/>
                    <a:pt x="5159" y="1170"/>
                    <a:pt x="10022" y="1170"/>
                  </a:cubicBezTo>
                  <a:close/>
                  <a:moveTo>
                    <a:pt x="10023" y="1"/>
                  </a:moveTo>
                  <a:cubicBezTo>
                    <a:pt x="4522" y="1"/>
                    <a:pt x="32" y="4491"/>
                    <a:pt x="32" y="9990"/>
                  </a:cubicBezTo>
                  <a:cubicBezTo>
                    <a:pt x="32" y="11620"/>
                    <a:pt x="432" y="13226"/>
                    <a:pt x="1191" y="14655"/>
                  </a:cubicBezTo>
                  <a:lnTo>
                    <a:pt x="50" y="19256"/>
                  </a:lnTo>
                  <a:cubicBezTo>
                    <a:pt x="0" y="19455"/>
                    <a:pt x="58" y="19665"/>
                    <a:pt x="204" y="19810"/>
                  </a:cubicBezTo>
                  <a:cubicBezTo>
                    <a:pt x="313" y="19921"/>
                    <a:pt x="461" y="19982"/>
                    <a:pt x="614" y="19982"/>
                  </a:cubicBezTo>
                  <a:cubicBezTo>
                    <a:pt x="662" y="19982"/>
                    <a:pt x="710" y="19976"/>
                    <a:pt x="757" y="19964"/>
                  </a:cubicBezTo>
                  <a:lnTo>
                    <a:pt x="5358" y="18823"/>
                  </a:lnTo>
                  <a:cubicBezTo>
                    <a:pt x="6788" y="19582"/>
                    <a:pt x="8394" y="19982"/>
                    <a:pt x="10022" y="19982"/>
                  </a:cubicBezTo>
                  <a:cubicBezTo>
                    <a:pt x="12680" y="19982"/>
                    <a:pt x="15187" y="18940"/>
                    <a:pt x="17078" y="17047"/>
                  </a:cubicBezTo>
                  <a:cubicBezTo>
                    <a:pt x="18971" y="15156"/>
                    <a:pt x="20013" y="12649"/>
                    <a:pt x="20013" y="9990"/>
                  </a:cubicBezTo>
                  <a:cubicBezTo>
                    <a:pt x="20013" y="7333"/>
                    <a:pt x="18971" y="4827"/>
                    <a:pt x="17080" y="2934"/>
                  </a:cubicBezTo>
                  <a:cubicBezTo>
                    <a:pt x="15187" y="1043"/>
                    <a:pt x="12680" y="1"/>
                    <a:pt x="10023"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16" name="Google Shape;587;p46"/>
            <p:cNvSpPr/>
            <p:nvPr/>
          </p:nvSpPr>
          <p:spPr>
            <a:xfrm>
              <a:off x="4482360" y="3111840"/>
              <a:ext cx="254160" cy="237600"/>
            </a:xfrm>
            <a:custGeom>
              <a:avLst/>
              <a:gdLst>
                <a:gd name="textAreaLeft" fmla="*/ 0 w 254160"/>
                <a:gd name="textAreaRight" fmla="*/ 254520 w 254160"/>
                <a:gd name="textAreaTop" fmla="*/ 0 h 237600"/>
                <a:gd name="textAreaBottom" fmla="*/ 237960 h 237600"/>
              </a:gdLst>
              <a:ahLst/>
              <a:cxnLst/>
              <a:rect l="textAreaLeft" t="textAreaTop" r="textAreaRight" b="textAreaBottom"/>
              <a:pathLst>
                <a:path w="12488" h="11674">
                  <a:moveTo>
                    <a:pt x="3164" y="1171"/>
                  </a:moveTo>
                  <a:cubicBezTo>
                    <a:pt x="3352" y="1171"/>
                    <a:pt x="3536" y="1247"/>
                    <a:pt x="3710" y="1424"/>
                  </a:cubicBezTo>
                  <a:lnTo>
                    <a:pt x="3719" y="1433"/>
                  </a:lnTo>
                  <a:cubicBezTo>
                    <a:pt x="4757" y="2473"/>
                    <a:pt x="4683" y="2832"/>
                    <a:pt x="4449" y="3068"/>
                  </a:cubicBezTo>
                  <a:cubicBezTo>
                    <a:pt x="4240" y="3275"/>
                    <a:pt x="3625" y="3692"/>
                    <a:pt x="3427" y="3892"/>
                  </a:cubicBezTo>
                  <a:cubicBezTo>
                    <a:pt x="2960" y="4359"/>
                    <a:pt x="3046" y="5081"/>
                    <a:pt x="3685" y="6039"/>
                  </a:cubicBezTo>
                  <a:cubicBezTo>
                    <a:pt x="4065" y="6611"/>
                    <a:pt x="4568" y="7166"/>
                    <a:pt x="4805" y="7405"/>
                  </a:cubicBezTo>
                  <a:lnTo>
                    <a:pt x="4806" y="7405"/>
                  </a:lnTo>
                  <a:cubicBezTo>
                    <a:pt x="5045" y="7642"/>
                    <a:pt x="5599" y="8146"/>
                    <a:pt x="6172" y="8527"/>
                  </a:cubicBezTo>
                  <a:cubicBezTo>
                    <a:pt x="6727" y="8895"/>
                    <a:pt x="7202" y="9079"/>
                    <a:pt x="7594" y="9079"/>
                  </a:cubicBezTo>
                  <a:cubicBezTo>
                    <a:pt x="7880" y="9079"/>
                    <a:pt x="8123" y="8981"/>
                    <a:pt x="8320" y="8785"/>
                  </a:cubicBezTo>
                  <a:cubicBezTo>
                    <a:pt x="8518" y="8585"/>
                    <a:pt x="8935" y="7971"/>
                    <a:pt x="9144" y="7762"/>
                  </a:cubicBezTo>
                  <a:cubicBezTo>
                    <a:pt x="9238" y="7668"/>
                    <a:pt x="9331" y="7609"/>
                    <a:pt x="9460" y="7609"/>
                  </a:cubicBezTo>
                  <a:cubicBezTo>
                    <a:pt x="9549" y="7609"/>
                    <a:pt x="9655" y="7637"/>
                    <a:pt x="9790" y="7702"/>
                  </a:cubicBezTo>
                  <a:cubicBezTo>
                    <a:pt x="10172" y="7886"/>
                    <a:pt x="10582" y="8297"/>
                    <a:pt x="10779" y="8493"/>
                  </a:cubicBezTo>
                  <a:lnTo>
                    <a:pt x="10788" y="8502"/>
                  </a:lnTo>
                  <a:cubicBezTo>
                    <a:pt x="11239" y="8944"/>
                    <a:pt x="11037" y="9452"/>
                    <a:pt x="10593" y="9898"/>
                  </a:cubicBezTo>
                  <a:cubicBezTo>
                    <a:pt x="10190" y="10300"/>
                    <a:pt x="9680" y="10502"/>
                    <a:pt x="9068" y="10502"/>
                  </a:cubicBezTo>
                  <a:cubicBezTo>
                    <a:pt x="8521" y="10502"/>
                    <a:pt x="7892" y="10341"/>
                    <a:pt x="7184" y="10020"/>
                  </a:cubicBezTo>
                  <a:cubicBezTo>
                    <a:pt x="5868" y="9420"/>
                    <a:pt x="4676" y="8428"/>
                    <a:pt x="4228" y="7984"/>
                  </a:cubicBezTo>
                  <a:cubicBezTo>
                    <a:pt x="3784" y="7536"/>
                    <a:pt x="2792" y="6344"/>
                    <a:pt x="2192" y="5028"/>
                  </a:cubicBezTo>
                  <a:cubicBezTo>
                    <a:pt x="1511" y="3527"/>
                    <a:pt x="1552" y="2381"/>
                    <a:pt x="2314" y="1619"/>
                  </a:cubicBezTo>
                  <a:cubicBezTo>
                    <a:pt x="2583" y="1350"/>
                    <a:pt x="2877" y="1171"/>
                    <a:pt x="3164" y="1171"/>
                  </a:cubicBezTo>
                  <a:close/>
                  <a:moveTo>
                    <a:pt x="3169" y="1"/>
                  </a:moveTo>
                  <a:cubicBezTo>
                    <a:pt x="2619" y="1"/>
                    <a:pt x="2030" y="247"/>
                    <a:pt x="1486" y="791"/>
                  </a:cubicBezTo>
                  <a:cubicBezTo>
                    <a:pt x="701" y="1576"/>
                    <a:pt x="0" y="3034"/>
                    <a:pt x="1127" y="5512"/>
                  </a:cubicBezTo>
                  <a:cubicBezTo>
                    <a:pt x="1794" y="6979"/>
                    <a:pt x="2868" y="8274"/>
                    <a:pt x="3398" y="8810"/>
                  </a:cubicBezTo>
                  <a:lnTo>
                    <a:pt x="3402" y="8813"/>
                  </a:lnTo>
                  <a:cubicBezTo>
                    <a:pt x="3938" y="9344"/>
                    <a:pt x="5235" y="10418"/>
                    <a:pt x="6699" y="11085"/>
                  </a:cubicBezTo>
                  <a:cubicBezTo>
                    <a:pt x="7490" y="11445"/>
                    <a:pt x="8308" y="11674"/>
                    <a:pt x="9088" y="11674"/>
                  </a:cubicBezTo>
                  <a:cubicBezTo>
                    <a:pt x="9940" y="11674"/>
                    <a:pt x="10746" y="11400"/>
                    <a:pt x="11421" y="10726"/>
                  </a:cubicBezTo>
                  <a:cubicBezTo>
                    <a:pt x="12488" y="9657"/>
                    <a:pt x="12399" y="8442"/>
                    <a:pt x="11607" y="7665"/>
                  </a:cubicBezTo>
                  <a:cubicBezTo>
                    <a:pt x="11219" y="7278"/>
                    <a:pt x="10791" y="6885"/>
                    <a:pt x="10297" y="6648"/>
                  </a:cubicBezTo>
                  <a:cubicBezTo>
                    <a:pt x="10009" y="6509"/>
                    <a:pt x="9725" y="6440"/>
                    <a:pt x="9455" y="6440"/>
                  </a:cubicBezTo>
                  <a:cubicBezTo>
                    <a:pt x="9034" y="6440"/>
                    <a:pt x="8646" y="6606"/>
                    <a:pt x="8316" y="6935"/>
                  </a:cubicBezTo>
                  <a:cubicBezTo>
                    <a:pt x="8070" y="7180"/>
                    <a:pt x="7732" y="7665"/>
                    <a:pt x="7538" y="7904"/>
                  </a:cubicBezTo>
                  <a:cubicBezTo>
                    <a:pt x="7035" y="7819"/>
                    <a:pt x="6032" y="6974"/>
                    <a:pt x="5634" y="6577"/>
                  </a:cubicBezTo>
                  <a:cubicBezTo>
                    <a:pt x="5236" y="6179"/>
                    <a:pt x="4393" y="5174"/>
                    <a:pt x="4308" y="4674"/>
                  </a:cubicBezTo>
                  <a:cubicBezTo>
                    <a:pt x="4545" y="4481"/>
                    <a:pt x="5031" y="4141"/>
                    <a:pt x="5277" y="3895"/>
                  </a:cubicBezTo>
                  <a:cubicBezTo>
                    <a:pt x="5817" y="3354"/>
                    <a:pt x="5919" y="2652"/>
                    <a:pt x="5564" y="1914"/>
                  </a:cubicBezTo>
                  <a:cubicBezTo>
                    <a:pt x="5327" y="1421"/>
                    <a:pt x="4934" y="993"/>
                    <a:pt x="4546" y="605"/>
                  </a:cubicBezTo>
                  <a:cubicBezTo>
                    <a:pt x="4165" y="216"/>
                    <a:pt x="3684" y="1"/>
                    <a:pt x="3169"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317" name="Google Shape;588;p46"/>
          <p:cNvGrpSpPr/>
          <p:nvPr/>
        </p:nvGrpSpPr>
        <p:grpSpPr>
          <a:xfrm>
            <a:off x="3677400" y="3088800"/>
            <a:ext cx="407160" cy="286200"/>
            <a:chOff x="3677400" y="3088800"/>
            <a:chExt cx="407160" cy="286200"/>
          </a:xfrm>
        </p:grpSpPr>
        <p:sp>
          <p:nvSpPr>
            <p:cNvPr id="318" name="Google Shape;589;p46"/>
            <p:cNvSpPr/>
            <p:nvPr/>
          </p:nvSpPr>
          <p:spPr>
            <a:xfrm>
              <a:off x="3677400" y="3088800"/>
              <a:ext cx="407160" cy="286200"/>
            </a:xfrm>
            <a:custGeom>
              <a:avLst/>
              <a:gdLst>
                <a:gd name="textAreaLeft" fmla="*/ 0 w 407160"/>
                <a:gd name="textAreaRight" fmla="*/ 407520 w 407160"/>
                <a:gd name="textAreaTop" fmla="*/ 0 h 286200"/>
                <a:gd name="textAreaBottom" fmla="*/ 286560 h 286200"/>
              </a:gdLst>
              <a:ahLst/>
              <a:cxnLst/>
              <a:rect l="textAreaLeft" t="textAreaTop" r="textAreaRight" b="textAreaBottom"/>
              <a:pathLst>
                <a:path w="19982" h="14051">
                  <a:moveTo>
                    <a:pt x="17056" y="1172"/>
                  </a:moveTo>
                  <a:cubicBezTo>
                    <a:pt x="18023" y="1172"/>
                    <a:pt x="18811" y="1961"/>
                    <a:pt x="18811" y="2929"/>
                  </a:cubicBezTo>
                  <a:lnTo>
                    <a:pt x="18811" y="11124"/>
                  </a:lnTo>
                  <a:cubicBezTo>
                    <a:pt x="18811" y="12092"/>
                    <a:pt x="18023" y="12881"/>
                    <a:pt x="17056" y="12881"/>
                  </a:cubicBezTo>
                  <a:lnTo>
                    <a:pt x="2927" y="12881"/>
                  </a:lnTo>
                  <a:cubicBezTo>
                    <a:pt x="1959" y="12881"/>
                    <a:pt x="1172" y="12092"/>
                    <a:pt x="1172" y="11124"/>
                  </a:cubicBezTo>
                  <a:lnTo>
                    <a:pt x="1172" y="2929"/>
                  </a:lnTo>
                  <a:cubicBezTo>
                    <a:pt x="1172" y="1961"/>
                    <a:pt x="1959" y="1172"/>
                    <a:pt x="2927" y="1172"/>
                  </a:cubicBezTo>
                  <a:close/>
                  <a:moveTo>
                    <a:pt x="2927" y="1"/>
                  </a:moveTo>
                  <a:cubicBezTo>
                    <a:pt x="1313" y="1"/>
                    <a:pt x="1" y="1315"/>
                    <a:pt x="1" y="2929"/>
                  </a:cubicBezTo>
                  <a:lnTo>
                    <a:pt x="1" y="11124"/>
                  </a:lnTo>
                  <a:cubicBezTo>
                    <a:pt x="1" y="12738"/>
                    <a:pt x="1313" y="14050"/>
                    <a:pt x="2927" y="14050"/>
                  </a:cubicBezTo>
                  <a:lnTo>
                    <a:pt x="17056" y="14050"/>
                  </a:lnTo>
                  <a:cubicBezTo>
                    <a:pt x="18669" y="14050"/>
                    <a:pt x="19982" y="12738"/>
                    <a:pt x="19982" y="11124"/>
                  </a:cubicBezTo>
                  <a:lnTo>
                    <a:pt x="19982" y="2929"/>
                  </a:lnTo>
                  <a:cubicBezTo>
                    <a:pt x="19982" y="1315"/>
                    <a:pt x="18669" y="1"/>
                    <a:pt x="17056"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19" name="Google Shape;590;p46"/>
            <p:cNvSpPr/>
            <p:nvPr/>
          </p:nvSpPr>
          <p:spPr>
            <a:xfrm>
              <a:off x="3833280" y="3160080"/>
              <a:ext cx="119160" cy="142920"/>
            </a:xfrm>
            <a:custGeom>
              <a:avLst/>
              <a:gdLst>
                <a:gd name="textAreaLeft" fmla="*/ 0 w 119160"/>
                <a:gd name="textAreaRight" fmla="*/ 119520 w 119160"/>
                <a:gd name="textAreaTop" fmla="*/ 0 h 142920"/>
                <a:gd name="textAreaBottom" fmla="*/ 143280 h 142920"/>
              </a:gdLst>
              <a:ahLst/>
              <a:cxnLst/>
              <a:rect l="textAreaLeft" t="textAreaTop" r="textAreaRight" b="textAreaBottom"/>
              <a:pathLst>
                <a:path w="5855" h="7026">
                  <a:moveTo>
                    <a:pt x="1172" y="1643"/>
                  </a:moveTo>
                  <a:lnTo>
                    <a:pt x="4165" y="3514"/>
                  </a:lnTo>
                  <a:lnTo>
                    <a:pt x="1172" y="5384"/>
                  </a:lnTo>
                  <a:lnTo>
                    <a:pt x="1172" y="1643"/>
                  </a:lnTo>
                  <a:close/>
                  <a:moveTo>
                    <a:pt x="586" y="0"/>
                  </a:moveTo>
                  <a:cubicBezTo>
                    <a:pt x="489" y="0"/>
                    <a:pt x="391" y="25"/>
                    <a:pt x="302" y="74"/>
                  </a:cubicBezTo>
                  <a:cubicBezTo>
                    <a:pt x="116" y="178"/>
                    <a:pt x="1" y="373"/>
                    <a:pt x="1" y="587"/>
                  </a:cubicBezTo>
                  <a:lnTo>
                    <a:pt x="1" y="6440"/>
                  </a:lnTo>
                  <a:cubicBezTo>
                    <a:pt x="1" y="6653"/>
                    <a:pt x="116" y="6849"/>
                    <a:pt x="302" y="6953"/>
                  </a:cubicBezTo>
                  <a:cubicBezTo>
                    <a:pt x="389" y="7001"/>
                    <a:pt x="487" y="7026"/>
                    <a:pt x="585" y="7026"/>
                  </a:cubicBezTo>
                  <a:cubicBezTo>
                    <a:pt x="693" y="7026"/>
                    <a:pt x="801" y="6997"/>
                    <a:pt x="896" y="6937"/>
                  </a:cubicBezTo>
                  <a:lnTo>
                    <a:pt x="5580" y="4010"/>
                  </a:lnTo>
                  <a:cubicBezTo>
                    <a:pt x="5750" y="3903"/>
                    <a:pt x="5854" y="3714"/>
                    <a:pt x="5854" y="3513"/>
                  </a:cubicBezTo>
                  <a:cubicBezTo>
                    <a:pt x="5854" y="3311"/>
                    <a:pt x="5750" y="3123"/>
                    <a:pt x="5580" y="3017"/>
                  </a:cubicBezTo>
                  <a:lnTo>
                    <a:pt x="896" y="90"/>
                  </a:lnTo>
                  <a:cubicBezTo>
                    <a:pt x="801" y="30"/>
                    <a:pt x="694" y="0"/>
                    <a:pt x="586"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71640" bIns="716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2" name="Rectangle 1">
            <a:extLst>
              <a:ext uri="{FF2B5EF4-FFF2-40B4-BE49-F238E27FC236}">
                <a16:creationId xmlns:a16="http://schemas.microsoft.com/office/drawing/2014/main" id="{90586A7D-8475-BDF1-4A18-8A1555876E96}"/>
              </a:ext>
            </a:extLst>
          </p:cNvPr>
          <p:cNvSpPr/>
          <p:nvPr/>
        </p:nvSpPr>
        <p:spPr>
          <a:xfrm>
            <a:off x="1960685" y="3543300"/>
            <a:ext cx="5890846" cy="1371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Design Inspiration Company Profile by Slidesgo">
  <a:themeElements>
    <a:clrScheme name="Simple Light">
      <a:dk1>
        <a:srgbClr val="FFFFFF"/>
      </a:dk1>
      <a:lt1>
        <a:srgbClr val="1C1C1F"/>
      </a:lt1>
      <a:dk2>
        <a:srgbClr val="65C3E6"/>
      </a:dk2>
      <a:lt2>
        <a:srgbClr val="DD43AE"/>
      </a:lt2>
      <a:accent1>
        <a:srgbClr val="5C52A3"/>
      </a:accent1>
      <a:accent2>
        <a:srgbClr val="FFC863"/>
      </a:accent2>
      <a:accent3>
        <a:srgbClr val="F7CAD3"/>
      </a:accent3>
      <a:accent4>
        <a:srgbClr val="E6D4B1"/>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Design Inspiration Company Profile by Slidesgo">
  <a:themeElements>
    <a:clrScheme name="Simple Light">
      <a:dk1>
        <a:srgbClr val="FFFFFF"/>
      </a:dk1>
      <a:lt1>
        <a:srgbClr val="1C1C1F"/>
      </a:lt1>
      <a:dk2>
        <a:srgbClr val="65C3E6"/>
      </a:dk2>
      <a:lt2>
        <a:srgbClr val="DD43AE"/>
      </a:lt2>
      <a:accent1>
        <a:srgbClr val="5C52A3"/>
      </a:accent1>
      <a:accent2>
        <a:srgbClr val="FFC863"/>
      </a:accent2>
      <a:accent3>
        <a:srgbClr val="F7CAD3"/>
      </a:accent3>
      <a:accent4>
        <a:srgbClr val="E6D4B1"/>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Design Inspiration Company Profile by Slidesgo">
  <a:themeElements>
    <a:clrScheme name="Simple Light">
      <a:dk1>
        <a:srgbClr val="FFFFFF"/>
      </a:dk1>
      <a:lt1>
        <a:srgbClr val="1C1C1F"/>
      </a:lt1>
      <a:dk2>
        <a:srgbClr val="65C3E6"/>
      </a:dk2>
      <a:lt2>
        <a:srgbClr val="DD43AE"/>
      </a:lt2>
      <a:accent1>
        <a:srgbClr val="5C52A3"/>
      </a:accent1>
      <a:accent2>
        <a:srgbClr val="FFC863"/>
      </a:accent2>
      <a:accent3>
        <a:srgbClr val="F7CAD3"/>
      </a:accent3>
      <a:accent4>
        <a:srgbClr val="E6D4B1"/>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Design Inspiration Company Profile by Slidesgo">
  <a:themeElements>
    <a:clrScheme name="Simple Light">
      <a:dk1>
        <a:srgbClr val="FFFFFF"/>
      </a:dk1>
      <a:lt1>
        <a:srgbClr val="1C1C1F"/>
      </a:lt1>
      <a:dk2>
        <a:srgbClr val="65C3E6"/>
      </a:dk2>
      <a:lt2>
        <a:srgbClr val="DD43AE"/>
      </a:lt2>
      <a:accent1>
        <a:srgbClr val="5C52A3"/>
      </a:accent1>
      <a:accent2>
        <a:srgbClr val="FFC863"/>
      </a:accent2>
      <a:accent3>
        <a:srgbClr val="F7CAD3"/>
      </a:accent3>
      <a:accent4>
        <a:srgbClr val="E6D4B1"/>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Design Inspiration Company Profile by Slidesgo">
  <a:themeElements>
    <a:clrScheme name="Simple Light">
      <a:dk1>
        <a:srgbClr val="FFFFFF"/>
      </a:dk1>
      <a:lt1>
        <a:srgbClr val="1C1C1F"/>
      </a:lt1>
      <a:dk2>
        <a:srgbClr val="65C3E6"/>
      </a:dk2>
      <a:lt2>
        <a:srgbClr val="DD43AE"/>
      </a:lt2>
      <a:accent1>
        <a:srgbClr val="5C52A3"/>
      </a:accent1>
      <a:accent2>
        <a:srgbClr val="FFC863"/>
      </a:accent2>
      <a:accent3>
        <a:srgbClr val="F7CAD3"/>
      </a:accent3>
      <a:accent4>
        <a:srgbClr val="E6D4B1"/>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Design Inspiration Company Profile by Slidesgo">
  <a:themeElements>
    <a:clrScheme name="Simple Light">
      <a:dk1>
        <a:srgbClr val="FFFFFF"/>
      </a:dk1>
      <a:lt1>
        <a:srgbClr val="1C1C1F"/>
      </a:lt1>
      <a:dk2>
        <a:srgbClr val="65C3E6"/>
      </a:dk2>
      <a:lt2>
        <a:srgbClr val="DD43AE"/>
      </a:lt2>
      <a:accent1>
        <a:srgbClr val="5C52A3"/>
      </a:accent1>
      <a:accent2>
        <a:srgbClr val="FFC863"/>
      </a:accent2>
      <a:accent3>
        <a:srgbClr val="F7CAD3"/>
      </a:accent3>
      <a:accent4>
        <a:srgbClr val="E6D4B1"/>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7.xml><?xml version="1.0" encoding="utf-8"?>
<a:theme xmlns:a="http://schemas.openxmlformats.org/drawingml/2006/main" name="Design Inspiration Company Profile by Slidesgo">
  <a:themeElements>
    <a:clrScheme name="Simple Light">
      <a:dk1>
        <a:srgbClr val="FFFFFF"/>
      </a:dk1>
      <a:lt1>
        <a:srgbClr val="1C1C1F"/>
      </a:lt1>
      <a:dk2>
        <a:srgbClr val="65C3E6"/>
      </a:dk2>
      <a:lt2>
        <a:srgbClr val="DD43AE"/>
      </a:lt2>
      <a:accent1>
        <a:srgbClr val="5C52A3"/>
      </a:accent1>
      <a:accent2>
        <a:srgbClr val="FFC863"/>
      </a:accent2>
      <a:accent3>
        <a:srgbClr val="F7CAD3"/>
      </a:accent3>
      <a:accent4>
        <a:srgbClr val="E6D4B1"/>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8.xml><?xml version="1.0" encoding="utf-8"?>
<a:theme xmlns:a="http://schemas.openxmlformats.org/drawingml/2006/main" name="Design Inspiration Company Profile by Slidesgo">
  <a:themeElements>
    <a:clrScheme name="Simple Light">
      <a:dk1>
        <a:srgbClr val="FFFFFF"/>
      </a:dk1>
      <a:lt1>
        <a:srgbClr val="1C1C1F"/>
      </a:lt1>
      <a:dk2>
        <a:srgbClr val="65C3E6"/>
      </a:dk2>
      <a:lt2>
        <a:srgbClr val="DD43AE"/>
      </a:lt2>
      <a:accent1>
        <a:srgbClr val="5C52A3"/>
      </a:accent1>
      <a:accent2>
        <a:srgbClr val="FFC863"/>
      </a:accent2>
      <a:accent3>
        <a:srgbClr val="F7CAD3"/>
      </a:accent3>
      <a:accent4>
        <a:srgbClr val="E6D4B1"/>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9.xml><?xml version="1.0" encoding="utf-8"?>
<a:theme xmlns:a="http://schemas.openxmlformats.org/drawingml/2006/main" name="Design Inspiration Company Profile by Slidesgo">
  <a:themeElements>
    <a:clrScheme name="Simple Light">
      <a:dk1>
        <a:srgbClr val="FFFFFF"/>
      </a:dk1>
      <a:lt1>
        <a:srgbClr val="1C1C1F"/>
      </a:lt1>
      <a:dk2>
        <a:srgbClr val="65C3E6"/>
      </a:dk2>
      <a:lt2>
        <a:srgbClr val="DD43AE"/>
      </a:lt2>
      <a:accent1>
        <a:srgbClr val="5C52A3"/>
      </a:accent1>
      <a:accent2>
        <a:srgbClr val="FFC863"/>
      </a:accent2>
      <a:accent3>
        <a:srgbClr val="F7CAD3"/>
      </a:accent3>
      <a:accent4>
        <a:srgbClr val="E6D4B1"/>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0.xml><?xml version="1.0" encoding="utf-8"?>
<a:theme xmlns:a="http://schemas.openxmlformats.org/drawingml/2006/main" name="Design Inspiration Company Profile by Slidesgo">
  <a:themeElements>
    <a:clrScheme name="Simple Light">
      <a:dk1>
        <a:srgbClr val="FFFFFF"/>
      </a:dk1>
      <a:lt1>
        <a:srgbClr val="1C1C1F"/>
      </a:lt1>
      <a:dk2>
        <a:srgbClr val="65C3E6"/>
      </a:dk2>
      <a:lt2>
        <a:srgbClr val="DD43AE"/>
      </a:lt2>
      <a:accent1>
        <a:srgbClr val="5C52A3"/>
      </a:accent1>
      <a:accent2>
        <a:srgbClr val="FFC863"/>
      </a:accent2>
      <a:accent3>
        <a:srgbClr val="F7CAD3"/>
      </a:accent3>
      <a:accent4>
        <a:srgbClr val="E6D4B1"/>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1.xml><?xml version="1.0" encoding="utf-8"?>
<a:theme xmlns:a="http://schemas.openxmlformats.org/drawingml/2006/main" name="Design Inspiration Company Profile by Slidesgo">
  <a:themeElements>
    <a:clrScheme name="Simple Light">
      <a:dk1>
        <a:srgbClr val="FFFFFF"/>
      </a:dk1>
      <a:lt1>
        <a:srgbClr val="1C1C1F"/>
      </a:lt1>
      <a:dk2>
        <a:srgbClr val="65C3E6"/>
      </a:dk2>
      <a:lt2>
        <a:srgbClr val="DD43AE"/>
      </a:lt2>
      <a:accent1>
        <a:srgbClr val="5C52A3"/>
      </a:accent1>
      <a:accent2>
        <a:srgbClr val="FFC863"/>
      </a:accent2>
      <a:accent3>
        <a:srgbClr val="F7CAD3"/>
      </a:accent3>
      <a:accent4>
        <a:srgbClr val="E6D4B1"/>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2.xml><?xml version="1.0" encoding="utf-8"?>
<a:theme xmlns:a="http://schemas.openxmlformats.org/drawingml/2006/main" name="Design Inspiration Company Profile by Slidesgo">
  <a:themeElements>
    <a:clrScheme name="Simple Light">
      <a:dk1>
        <a:srgbClr val="FFFFFF"/>
      </a:dk1>
      <a:lt1>
        <a:srgbClr val="1C1C1F"/>
      </a:lt1>
      <a:dk2>
        <a:srgbClr val="65C3E6"/>
      </a:dk2>
      <a:lt2>
        <a:srgbClr val="DD43AE"/>
      </a:lt2>
      <a:accent1>
        <a:srgbClr val="5C52A3"/>
      </a:accent1>
      <a:accent2>
        <a:srgbClr val="FFC863"/>
      </a:accent2>
      <a:accent3>
        <a:srgbClr val="F7CAD3"/>
      </a:accent3>
      <a:accent4>
        <a:srgbClr val="E6D4B1"/>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3.xml><?xml version="1.0" encoding="utf-8"?>
<a:theme xmlns:a="http://schemas.openxmlformats.org/drawingml/2006/main" name="Design Inspiration Company Profile by Slidesgo">
  <a:themeElements>
    <a:clrScheme name="Simple Light">
      <a:dk1>
        <a:srgbClr val="FFFFFF"/>
      </a:dk1>
      <a:lt1>
        <a:srgbClr val="1C1C1F"/>
      </a:lt1>
      <a:dk2>
        <a:srgbClr val="65C3E6"/>
      </a:dk2>
      <a:lt2>
        <a:srgbClr val="DD43AE"/>
      </a:lt2>
      <a:accent1>
        <a:srgbClr val="5C52A3"/>
      </a:accent1>
      <a:accent2>
        <a:srgbClr val="FFC863"/>
      </a:accent2>
      <a:accent3>
        <a:srgbClr val="F7CAD3"/>
      </a:accent3>
      <a:accent4>
        <a:srgbClr val="E6D4B1"/>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4.xml><?xml version="1.0" encoding="utf-8"?>
<a:theme xmlns:a="http://schemas.openxmlformats.org/drawingml/2006/main" name="Design Inspiration Company Profile by Slidesgo">
  <a:themeElements>
    <a:clrScheme name="Simple Light">
      <a:dk1>
        <a:srgbClr val="FFFFFF"/>
      </a:dk1>
      <a:lt1>
        <a:srgbClr val="1C1C1F"/>
      </a:lt1>
      <a:dk2>
        <a:srgbClr val="65C3E6"/>
      </a:dk2>
      <a:lt2>
        <a:srgbClr val="DD43AE"/>
      </a:lt2>
      <a:accent1>
        <a:srgbClr val="5C52A3"/>
      </a:accent1>
      <a:accent2>
        <a:srgbClr val="FFC863"/>
      </a:accent2>
      <a:accent3>
        <a:srgbClr val="F7CAD3"/>
      </a:accent3>
      <a:accent4>
        <a:srgbClr val="E6D4B1"/>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5.xml><?xml version="1.0" encoding="utf-8"?>
<a:theme xmlns:a="http://schemas.openxmlformats.org/drawingml/2006/main" name="Design Inspiration Company Profile by Slidesgo">
  <a:themeElements>
    <a:clrScheme name="Simple Light">
      <a:dk1>
        <a:srgbClr val="FFFFFF"/>
      </a:dk1>
      <a:lt1>
        <a:srgbClr val="1C1C1F"/>
      </a:lt1>
      <a:dk2>
        <a:srgbClr val="65C3E6"/>
      </a:dk2>
      <a:lt2>
        <a:srgbClr val="DD43AE"/>
      </a:lt2>
      <a:accent1>
        <a:srgbClr val="5C52A3"/>
      </a:accent1>
      <a:accent2>
        <a:srgbClr val="FFC863"/>
      </a:accent2>
      <a:accent3>
        <a:srgbClr val="F7CAD3"/>
      </a:accent3>
      <a:accent4>
        <a:srgbClr val="E6D4B1"/>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6.xml><?xml version="1.0" encoding="utf-8"?>
<a:theme xmlns:a="http://schemas.openxmlformats.org/drawingml/2006/main" name="Design Inspiration Company Profile by Slidesgo">
  <a:themeElements>
    <a:clrScheme name="Simple Light">
      <a:dk1>
        <a:srgbClr val="FFFFFF"/>
      </a:dk1>
      <a:lt1>
        <a:srgbClr val="1C1C1F"/>
      </a:lt1>
      <a:dk2>
        <a:srgbClr val="65C3E6"/>
      </a:dk2>
      <a:lt2>
        <a:srgbClr val="DD43AE"/>
      </a:lt2>
      <a:accent1>
        <a:srgbClr val="5C52A3"/>
      </a:accent1>
      <a:accent2>
        <a:srgbClr val="FFC863"/>
      </a:accent2>
      <a:accent3>
        <a:srgbClr val="F7CAD3"/>
      </a:accent3>
      <a:accent4>
        <a:srgbClr val="E6D4B1"/>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7.xml><?xml version="1.0" encoding="utf-8"?>
<a:theme xmlns:a="http://schemas.openxmlformats.org/drawingml/2006/main" name="Design Inspiration Company Profile by Slidesgo">
  <a:themeElements>
    <a:clrScheme name="Simple Light">
      <a:dk1>
        <a:srgbClr val="FFFFFF"/>
      </a:dk1>
      <a:lt1>
        <a:srgbClr val="1C1C1F"/>
      </a:lt1>
      <a:dk2>
        <a:srgbClr val="65C3E6"/>
      </a:dk2>
      <a:lt2>
        <a:srgbClr val="DD43AE"/>
      </a:lt2>
      <a:accent1>
        <a:srgbClr val="5C52A3"/>
      </a:accent1>
      <a:accent2>
        <a:srgbClr val="FFC863"/>
      </a:accent2>
      <a:accent3>
        <a:srgbClr val="F7CAD3"/>
      </a:accent3>
      <a:accent4>
        <a:srgbClr val="E6D4B1"/>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8.xml><?xml version="1.0" encoding="utf-8"?>
<a:theme xmlns:a="http://schemas.openxmlformats.org/drawingml/2006/main" name="Design Inspiration Company Profile by Slidesgo">
  <a:themeElements>
    <a:clrScheme name="Simple Light">
      <a:dk1>
        <a:srgbClr val="FFFFFF"/>
      </a:dk1>
      <a:lt1>
        <a:srgbClr val="1C1C1F"/>
      </a:lt1>
      <a:dk2>
        <a:srgbClr val="65C3E6"/>
      </a:dk2>
      <a:lt2>
        <a:srgbClr val="DD43AE"/>
      </a:lt2>
      <a:accent1>
        <a:srgbClr val="5C52A3"/>
      </a:accent1>
      <a:accent2>
        <a:srgbClr val="FFC863"/>
      </a:accent2>
      <a:accent3>
        <a:srgbClr val="F7CAD3"/>
      </a:accent3>
      <a:accent4>
        <a:srgbClr val="E6D4B1"/>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9.xml><?xml version="1.0" encoding="utf-8"?>
<a:theme xmlns:a="http://schemas.openxmlformats.org/drawingml/2006/main" name="Design Inspiration Company Profile by Slidesgo">
  <a:themeElements>
    <a:clrScheme name="Simple Light">
      <a:dk1>
        <a:srgbClr val="FFFFFF"/>
      </a:dk1>
      <a:lt1>
        <a:srgbClr val="1C1C1F"/>
      </a:lt1>
      <a:dk2>
        <a:srgbClr val="65C3E6"/>
      </a:dk2>
      <a:lt2>
        <a:srgbClr val="DD43AE"/>
      </a:lt2>
      <a:accent1>
        <a:srgbClr val="5C52A3"/>
      </a:accent1>
      <a:accent2>
        <a:srgbClr val="FFC863"/>
      </a:accent2>
      <a:accent3>
        <a:srgbClr val="F7CAD3"/>
      </a:accent3>
      <a:accent4>
        <a:srgbClr val="E6D4B1"/>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0.xml><?xml version="1.0" encoding="utf-8"?>
<a:theme xmlns:a="http://schemas.openxmlformats.org/drawingml/2006/main" name="Design Inspiration Company Profile by Slidesgo">
  <a:themeElements>
    <a:clrScheme name="Simple Light">
      <a:dk1>
        <a:srgbClr val="FFFFFF"/>
      </a:dk1>
      <a:lt1>
        <a:srgbClr val="1C1C1F"/>
      </a:lt1>
      <a:dk2>
        <a:srgbClr val="65C3E6"/>
      </a:dk2>
      <a:lt2>
        <a:srgbClr val="DD43AE"/>
      </a:lt2>
      <a:accent1>
        <a:srgbClr val="5C52A3"/>
      </a:accent1>
      <a:accent2>
        <a:srgbClr val="FFC863"/>
      </a:accent2>
      <a:accent3>
        <a:srgbClr val="F7CAD3"/>
      </a:accent3>
      <a:accent4>
        <a:srgbClr val="E6D4B1"/>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1.xml><?xml version="1.0" encoding="utf-8"?>
<a:theme xmlns:a="http://schemas.openxmlformats.org/drawingml/2006/main" name="Design Inspiration Company Profile by Slidesgo">
  <a:themeElements>
    <a:clrScheme name="Simple Light">
      <a:dk1>
        <a:srgbClr val="FFFFFF"/>
      </a:dk1>
      <a:lt1>
        <a:srgbClr val="1C1C1F"/>
      </a:lt1>
      <a:dk2>
        <a:srgbClr val="65C3E6"/>
      </a:dk2>
      <a:lt2>
        <a:srgbClr val="DD43AE"/>
      </a:lt2>
      <a:accent1>
        <a:srgbClr val="5C52A3"/>
      </a:accent1>
      <a:accent2>
        <a:srgbClr val="FFC863"/>
      </a:accent2>
      <a:accent3>
        <a:srgbClr val="F7CAD3"/>
      </a:accent3>
      <a:accent4>
        <a:srgbClr val="E6D4B1"/>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2.xml><?xml version="1.0" encoding="utf-8"?>
<a:theme xmlns:a="http://schemas.openxmlformats.org/drawingml/2006/main" name="Design Inspiration Company Profile by Slidesgo">
  <a:themeElements>
    <a:clrScheme name="Simple Light">
      <a:dk1>
        <a:srgbClr val="FFFFFF"/>
      </a:dk1>
      <a:lt1>
        <a:srgbClr val="1C1C1F"/>
      </a:lt1>
      <a:dk2>
        <a:srgbClr val="65C3E6"/>
      </a:dk2>
      <a:lt2>
        <a:srgbClr val="DD43AE"/>
      </a:lt2>
      <a:accent1>
        <a:srgbClr val="5C52A3"/>
      </a:accent1>
      <a:accent2>
        <a:srgbClr val="FFC863"/>
      </a:accent2>
      <a:accent3>
        <a:srgbClr val="F7CAD3"/>
      </a:accent3>
      <a:accent4>
        <a:srgbClr val="E6D4B1"/>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3.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4.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3483</TotalTime>
  <Words>771</Words>
  <Application>Microsoft Office PowerPoint</Application>
  <PresentationFormat>On-screen Show (16:9)</PresentationFormat>
  <Paragraphs>62</Paragraphs>
  <Slides>21</Slides>
  <Notes>0</Notes>
  <HiddenSlides>0</HiddenSlides>
  <MMClips>0</MMClips>
  <ScaleCrop>false</ScaleCrop>
  <HeadingPairs>
    <vt:vector size="6" baseType="variant">
      <vt:variant>
        <vt:lpstr>Fonts Used</vt:lpstr>
      </vt:variant>
      <vt:variant>
        <vt:i4>7</vt:i4>
      </vt:variant>
      <vt:variant>
        <vt:lpstr>Theme</vt:lpstr>
      </vt:variant>
      <vt:variant>
        <vt:i4>24</vt:i4>
      </vt:variant>
      <vt:variant>
        <vt:lpstr>Slide Titles</vt:lpstr>
      </vt:variant>
      <vt:variant>
        <vt:i4>21</vt:i4>
      </vt:variant>
    </vt:vector>
  </HeadingPairs>
  <TitlesOfParts>
    <vt:vector size="52" baseType="lpstr">
      <vt:lpstr>Arial</vt:lpstr>
      <vt:lpstr>DM Sans</vt:lpstr>
      <vt:lpstr>Montserrat ExtraBold</vt:lpstr>
      <vt:lpstr>Montserrat Medium</vt:lpstr>
      <vt:lpstr>OpenSymbol</vt:lpstr>
      <vt:lpstr>Symbol</vt:lpstr>
      <vt:lpstr>Wingdings</vt:lpstr>
      <vt:lpstr>Design Inspiration Company Profile by Slidesgo</vt:lpstr>
      <vt:lpstr>Design Inspiration Company Profile by Slidesgo</vt:lpstr>
      <vt:lpstr>Design Inspiration Company Profile by Slidesgo</vt:lpstr>
      <vt:lpstr>Design Inspiration Company Profile by Slidesgo</vt:lpstr>
      <vt:lpstr>Design Inspiration Company Profile by Slidesgo</vt:lpstr>
      <vt:lpstr>Design Inspiration Company Profile by Slidesgo</vt:lpstr>
      <vt:lpstr>Design Inspiration Company Profile by Slidesgo</vt:lpstr>
      <vt:lpstr>Design Inspiration Company Profile by Slidesgo</vt:lpstr>
      <vt:lpstr>Design Inspiration Company Profile by Slidesgo</vt:lpstr>
      <vt:lpstr>Design Inspiration Company Profile by Slidesgo</vt:lpstr>
      <vt:lpstr>Design Inspiration Company Profile by Slidesgo</vt:lpstr>
      <vt:lpstr>Design Inspiration Company Profile by Slidesgo</vt:lpstr>
      <vt:lpstr>Design Inspiration Company Profile by Slidesgo</vt:lpstr>
      <vt:lpstr>Design Inspiration Company Profile by Slidesgo</vt:lpstr>
      <vt:lpstr>Design Inspiration Company Profile by Slidesgo</vt:lpstr>
      <vt:lpstr>Design Inspiration Company Profile by Slidesgo</vt:lpstr>
      <vt:lpstr>Design Inspiration Company Profile by Slidesgo</vt:lpstr>
      <vt:lpstr>Design Inspiration Company Profile by Slidesgo</vt:lpstr>
      <vt:lpstr>Design Inspiration Company Profile by Slidesgo</vt:lpstr>
      <vt:lpstr>Design Inspiration Company Profile by Slidesgo</vt:lpstr>
      <vt:lpstr>Design Inspiration Company Profile by Slidesgo</vt:lpstr>
      <vt:lpstr>Design Inspiration Company Profile by Slidesgo</vt:lpstr>
      <vt:lpstr>Slidesgo Final Pages</vt:lpstr>
      <vt:lpstr>Slidesgo Final Pages</vt:lpstr>
      <vt:lpstr>Paisa</vt:lpstr>
      <vt:lpstr>Introduction</vt:lpstr>
      <vt:lpstr>Main Purpose</vt:lpstr>
      <vt:lpstr>User Interface</vt:lpstr>
      <vt:lpstr>User Interface</vt:lpstr>
      <vt:lpstr>User Interface</vt:lpstr>
      <vt:lpstr>User Interface</vt:lpstr>
      <vt:lpstr>User Interface</vt:lpstr>
      <vt:lpstr>Core Technologies</vt:lpstr>
      <vt:lpstr>Frontend stack</vt:lpstr>
      <vt:lpstr>Backend infrastructure</vt:lpstr>
      <vt:lpstr>AI integration</vt:lpstr>
      <vt:lpstr>PowerPoint Presentation</vt:lpstr>
      <vt:lpstr>PowerPoint Presentation</vt:lpstr>
      <vt:lpstr>Key Features</vt:lpstr>
      <vt:lpstr>User authentication</vt:lpstr>
      <vt:lpstr>Budgeting tools</vt:lpstr>
      <vt:lpstr>AI-powered insights</vt:lpstr>
      <vt:lpstr>Future Enhancements</vt:lpstr>
      <vt:lpstr>Conclusions</vt:lpstr>
      <vt:lpstr>Thank you!</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Harshit pateriya</cp:lastModifiedBy>
  <cp:revision>3</cp:revision>
  <dcterms:modified xsi:type="dcterms:W3CDTF">2025-04-13T17:25:53Z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2025-04-11T07:17:16Z</dcterms:created>
  <dc:creator>Unknown Creator</dc:creator>
  <dc:description/>
  <dc:language>en-US</dc:language>
  <cp:lastModifiedBy>Unknown Creator</cp:lastModifiedBy>
  <dcterms:modified xsi:type="dcterms:W3CDTF">2025-04-11T07:17:16Z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